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9"/>
  </p:notesMasterIdLst>
  <p:handoutMasterIdLst>
    <p:handoutMasterId r:id="rId20"/>
  </p:handoutMasterIdLst>
  <p:sldIdLst>
    <p:sldId id="305" r:id="rId5"/>
    <p:sldId id="306" r:id="rId6"/>
    <p:sldId id="307" r:id="rId7"/>
    <p:sldId id="315" r:id="rId8"/>
    <p:sldId id="309" r:id="rId9"/>
    <p:sldId id="310" r:id="rId10"/>
    <p:sldId id="319" r:id="rId11"/>
    <p:sldId id="317" r:id="rId12"/>
    <p:sldId id="314" r:id="rId13"/>
    <p:sldId id="313" r:id="rId14"/>
    <p:sldId id="316" r:id="rId15"/>
    <p:sldId id="308" r:id="rId16"/>
    <p:sldId id="312" r:id="rId17"/>
    <p:sldId id="31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3792" userDrawn="1">
          <p15:clr>
            <a:srgbClr val="A4A3A4"/>
          </p15:clr>
        </p15:guide>
        <p15:guide id="3" pos="528" userDrawn="1">
          <p15:clr>
            <a:srgbClr val="A4A3A4"/>
          </p15:clr>
        </p15:guide>
        <p15:guide id="4" pos="7128" userDrawn="1">
          <p15:clr>
            <a:srgbClr val="A4A3A4"/>
          </p15:clr>
        </p15:guide>
        <p15:guide id="5" orient="horz" pos="2808" userDrawn="1">
          <p15:clr>
            <a:srgbClr val="A4A3A4"/>
          </p15:clr>
        </p15:guide>
        <p15:guide id="6" pos="2976" userDrawn="1">
          <p15:clr>
            <a:srgbClr val="A4A3A4"/>
          </p15:clr>
        </p15:guide>
        <p15:guide id="7" orient="horz" pos="9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48CF4B-8120-5FE9-C12B-D7FDB8257E4E}" v="1281" dt="2025-06-30T19:48:16.892"/>
    <p1510:client id="{7CD373ED-3C5A-F725-2CA6-CC9E09CC2DA3}" v="568" dt="2025-06-29T10:47:04.489"/>
  </p1510:revLst>
</p1510:revInfo>
</file>

<file path=ppt/tableStyles.xml><?xml version="1.0" encoding="utf-8"?>
<a:tblStyleLst xmlns:a="http://schemas.openxmlformats.org/drawingml/2006/main" def="{68D230F3-CF80-4859-8CE7-A43EE81993B5}">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77"/>
    <p:restoredTop sz="94682"/>
  </p:normalViewPr>
  <p:slideViewPr>
    <p:cSldViewPr snapToGrid="0">
      <p:cViewPr>
        <p:scale>
          <a:sx n="100" d="100"/>
          <a:sy n="100" d="100"/>
        </p:scale>
        <p:origin x="-312" y="-768"/>
      </p:cViewPr>
      <p:guideLst>
        <p:guide orient="horz" pos="3792"/>
        <p:guide pos="528"/>
        <p:guide pos="7128"/>
        <p:guide orient="horz" pos="2808"/>
        <p:guide pos="2976"/>
        <p:guide orient="horz" pos="96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F8A626B-90D7-4334-9413-E33DD8B75B2B}" type="doc">
      <dgm:prSet loTypeId="urn:microsoft.com/office/officeart/2005/8/layout/arrow1" loCatId="relationship" qsTypeId="urn:microsoft.com/office/officeart/2005/8/quickstyle/simple4" qsCatId="simple" csTypeId="urn:microsoft.com/office/officeart/2005/8/colors/accent6_2" csCatId="accent6" phldr="1"/>
      <dgm:spPr/>
      <dgm:t>
        <a:bodyPr/>
        <a:lstStyle/>
        <a:p>
          <a:endParaRPr lang="en-US"/>
        </a:p>
      </dgm:t>
    </dgm:pt>
    <dgm:pt modelId="{65259BC1-03D1-422C-A06C-3ECEC845F0F3}">
      <dgm:prSet phldrT="[Text]" phldr="0"/>
      <dgm:spPr/>
      <dgm:t>
        <a:bodyPr/>
        <a:lstStyle/>
        <a:p>
          <a:pPr rtl="0"/>
          <a:r>
            <a:rPr lang="en-US" dirty="0">
              <a:latin typeface="Aptos"/>
            </a:rPr>
            <a:t>Indirect proportionality</a:t>
          </a:r>
          <a:endParaRPr lang="en-US" dirty="0"/>
        </a:p>
      </dgm:t>
    </dgm:pt>
    <dgm:pt modelId="{1336588A-DCAF-45E1-BD50-8164D247608F}" type="parTrans" cxnId="{8C817AE1-4AC2-47FE-A2A6-4154AFB107EB}">
      <dgm:prSet/>
      <dgm:spPr/>
      <dgm:t>
        <a:bodyPr/>
        <a:lstStyle/>
        <a:p>
          <a:endParaRPr lang="en-US"/>
        </a:p>
      </dgm:t>
    </dgm:pt>
    <dgm:pt modelId="{2F0DD276-22CB-412C-B820-22D2A3E9E3CF}" type="sibTrans" cxnId="{8C817AE1-4AC2-47FE-A2A6-4154AFB107EB}">
      <dgm:prSet/>
      <dgm:spPr/>
      <dgm:t>
        <a:bodyPr/>
        <a:lstStyle/>
        <a:p>
          <a:endParaRPr lang="en-US"/>
        </a:p>
      </dgm:t>
    </dgm:pt>
    <dgm:pt modelId="{B18505A3-F0D8-41A4-AA1E-66F175B629AC}">
      <dgm:prSet phldrT="[Text]" phldr="0"/>
      <dgm:spPr/>
      <dgm:t>
        <a:bodyPr/>
        <a:lstStyle/>
        <a:p>
          <a:pPr rtl="0"/>
          <a:r>
            <a:rPr lang="en-US" dirty="0">
              <a:latin typeface="Aptos"/>
            </a:rPr>
            <a:t>Direct proportionality</a:t>
          </a:r>
          <a:endParaRPr lang="en-US" dirty="0"/>
        </a:p>
      </dgm:t>
    </dgm:pt>
    <dgm:pt modelId="{E4E4245A-0995-45D5-9A5D-DF38A31ECFA2}" type="parTrans" cxnId="{017B10EA-1A07-44DF-A619-F6A2A5F385DB}">
      <dgm:prSet/>
      <dgm:spPr/>
      <dgm:t>
        <a:bodyPr/>
        <a:lstStyle/>
        <a:p>
          <a:endParaRPr lang="en-US"/>
        </a:p>
      </dgm:t>
    </dgm:pt>
    <dgm:pt modelId="{AFE0187D-3DB5-4AC2-BFCC-928EB5C3EEF7}" type="sibTrans" cxnId="{017B10EA-1A07-44DF-A619-F6A2A5F385DB}">
      <dgm:prSet/>
      <dgm:spPr/>
      <dgm:t>
        <a:bodyPr/>
        <a:lstStyle/>
        <a:p>
          <a:endParaRPr lang="en-US"/>
        </a:p>
      </dgm:t>
    </dgm:pt>
    <dgm:pt modelId="{C2FC65B7-7649-4028-95B6-4F1AD1D35787}" type="pres">
      <dgm:prSet presAssocID="{7F8A626B-90D7-4334-9413-E33DD8B75B2B}" presName="cycle" presStyleCnt="0">
        <dgm:presLayoutVars>
          <dgm:dir/>
          <dgm:resizeHandles val="exact"/>
        </dgm:presLayoutVars>
      </dgm:prSet>
      <dgm:spPr/>
    </dgm:pt>
    <dgm:pt modelId="{A1EBF420-C62C-4A6C-B2CE-8ACBF7E87B14}" type="pres">
      <dgm:prSet presAssocID="{65259BC1-03D1-422C-A06C-3ECEC845F0F3}" presName="arrow" presStyleLbl="node1" presStyleIdx="0" presStyleCnt="2">
        <dgm:presLayoutVars>
          <dgm:bulletEnabled val="1"/>
        </dgm:presLayoutVars>
      </dgm:prSet>
      <dgm:spPr/>
    </dgm:pt>
    <dgm:pt modelId="{0C4411BE-3556-48A6-B50F-104B394A6F48}" type="pres">
      <dgm:prSet presAssocID="{B18505A3-F0D8-41A4-AA1E-66F175B629AC}" presName="arrow" presStyleLbl="node1" presStyleIdx="1" presStyleCnt="2">
        <dgm:presLayoutVars>
          <dgm:bulletEnabled val="1"/>
        </dgm:presLayoutVars>
      </dgm:prSet>
      <dgm:spPr/>
    </dgm:pt>
  </dgm:ptLst>
  <dgm:cxnLst>
    <dgm:cxn modelId="{1EE5AA05-1B84-4C53-A899-8D7AFBB6FAFF}" type="presOf" srcId="{B18505A3-F0D8-41A4-AA1E-66F175B629AC}" destId="{0C4411BE-3556-48A6-B50F-104B394A6F48}" srcOrd="0" destOrd="0" presId="urn:microsoft.com/office/officeart/2005/8/layout/arrow1"/>
    <dgm:cxn modelId="{B265090F-67B4-4511-BFFD-4141347BB1EC}" type="presOf" srcId="{7F8A626B-90D7-4334-9413-E33DD8B75B2B}" destId="{C2FC65B7-7649-4028-95B6-4F1AD1D35787}" srcOrd="0" destOrd="0" presId="urn:microsoft.com/office/officeart/2005/8/layout/arrow1"/>
    <dgm:cxn modelId="{04594389-1F2C-477E-ABF8-782FBF1CD530}" type="presOf" srcId="{65259BC1-03D1-422C-A06C-3ECEC845F0F3}" destId="{A1EBF420-C62C-4A6C-B2CE-8ACBF7E87B14}" srcOrd="0" destOrd="0" presId="urn:microsoft.com/office/officeart/2005/8/layout/arrow1"/>
    <dgm:cxn modelId="{8C817AE1-4AC2-47FE-A2A6-4154AFB107EB}" srcId="{7F8A626B-90D7-4334-9413-E33DD8B75B2B}" destId="{65259BC1-03D1-422C-A06C-3ECEC845F0F3}" srcOrd="0" destOrd="0" parTransId="{1336588A-DCAF-45E1-BD50-8164D247608F}" sibTransId="{2F0DD276-22CB-412C-B820-22D2A3E9E3CF}"/>
    <dgm:cxn modelId="{017B10EA-1A07-44DF-A619-F6A2A5F385DB}" srcId="{7F8A626B-90D7-4334-9413-E33DD8B75B2B}" destId="{B18505A3-F0D8-41A4-AA1E-66F175B629AC}" srcOrd="1" destOrd="0" parTransId="{E4E4245A-0995-45D5-9A5D-DF38A31ECFA2}" sibTransId="{AFE0187D-3DB5-4AC2-BFCC-928EB5C3EEF7}"/>
    <dgm:cxn modelId="{C52DCBC2-2BAC-4CC0-91BD-D0B89C5A2AFA}" type="presParOf" srcId="{C2FC65B7-7649-4028-95B6-4F1AD1D35787}" destId="{A1EBF420-C62C-4A6C-B2CE-8ACBF7E87B14}" srcOrd="0" destOrd="0" presId="urn:microsoft.com/office/officeart/2005/8/layout/arrow1"/>
    <dgm:cxn modelId="{3FA432CB-EE60-4620-B5EA-87F0BE5016B6}" type="presParOf" srcId="{C2FC65B7-7649-4028-95B6-4F1AD1D35787}" destId="{0C4411BE-3556-48A6-B50F-104B394A6F48}" srcOrd="1" destOrd="0" presId="urn:microsoft.com/office/officeart/2005/8/layout/arrow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EBF420-C62C-4A6C-B2CE-8ACBF7E87B14}">
      <dsp:nvSpPr>
        <dsp:cNvPr id="0" name=""/>
        <dsp:cNvSpPr/>
      </dsp:nvSpPr>
      <dsp:spPr>
        <a:xfrm rot="16200000">
          <a:off x="79" y="30591"/>
          <a:ext cx="914176" cy="914176"/>
        </a:xfrm>
        <a:prstGeom prst="upArrow">
          <a:avLst>
            <a:gd name="adj1" fmla="val 50000"/>
            <a:gd name="adj2" fmla="val 35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9784" tIns="49784" rIns="49784" bIns="49784" numCol="1" spcCol="1270" anchor="ctr" anchorCtr="0">
          <a:noAutofit/>
        </a:bodyPr>
        <a:lstStyle/>
        <a:p>
          <a:pPr marL="0" lvl="0" indent="0" algn="ctr" defTabSz="311150" rtl="0">
            <a:lnSpc>
              <a:spcPct val="90000"/>
            </a:lnSpc>
            <a:spcBef>
              <a:spcPct val="0"/>
            </a:spcBef>
            <a:spcAft>
              <a:spcPct val="35000"/>
            </a:spcAft>
            <a:buNone/>
          </a:pPr>
          <a:r>
            <a:rPr lang="en-US" sz="700" kern="1200" dirty="0">
              <a:latin typeface="Aptos"/>
            </a:rPr>
            <a:t>Indirect proportionality</a:t>
          </a:r>
          <a:endParaRPr lang="en-US" sz="700" kern="1200" dirty="0"/>
        </a:p>
      </dsp:txBody>
      <dsp:txXfrm rot="5400000">
        <a:off x="160061" y="259134"/>
        <a:ext cx="754195" cy="457088"/>
      </dsp:txXfrm>
    </dsp:sp>
    <dsp:sp modelId="{0C4411BE-3556-48A6-B50F-104B394A6F48}">
      <dsp:nvSpPr>
        <dsp:cNvPr id="0" name=""/>
        <dsp:cNvSpPr/>
      </dsp:nvSpPr>
      <dsp:spPr>
        <a:xfrm rot="5400000">
          <a:off x="1005983" y="30591"/>
          <a:ext cx="914176" cy="914176"/>
        </a:xfrm>
        <a:prstGeom prst="upArrow">
          <a:avLst>
            <a:gd name="adj1" fmla="val 50000"/>
            <a:gd name="adj2" fmla="val 35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9784" tIns="49784" rIns="49784" bIns="49784" numCol="1" spcCol="1270" anchor="ctr" anchorCtr="0">
          <a:noAutofit/>
        </a:bodyPr>
        <a:lstStyle/>
        <a:p>
          <a:pPr marL="0" lvl="0" indent="0" algn="ctr" defTabSz="311150" rtl="0">
            <a:lnSpc>
              <a:spcPct val="90000"/>
            </a:lnSpc>
            <a:spcBef>
              <a:spcPct val="0"/>
            </a:spcBef>
            <a:spcAft>
              <a:spcPct val="35000"/>
            </a:spcAft>
            <a:buNone/>
          </a:pPr>
          <a:r>
            <a:rPr lang="en-US" sz="700" kern="1200" dirty="0">
              <a:latin typeface="Aptos"/>
            </a:rPr>
            <a:t>Direct proportionality</a:t>
          </a:r>
          <a:endParaRPr lang="en-US" sz="700" kern="1200" dirty="0"/>
        </a:p>
      </dsp:txBody>
      <dsp:txXfrm rot="-5400000">
        <a:off x="1005984" y="259135"/>
        <a:ext cx="754195" cy="457088"/>
      </dsp:txXfrm>
    </dsp:sp>
  </dsp:spTree>
</dsp:drawing>
</file>

<file path=ppt/diagrams/layout1.xml><?xml version="1.0" encoding="utf-8"?>
<dgm:layoutDef xmlns:dgm="http://schemas.openxmlformats.org/drawingml/2006/diagram" xmlns:a="http://schemas.openxmlformats.org/drawingml/2006/main" uniqueId="urn:microsoft.com/office/officeart/2005/8/layout/arrow1">
  <dgm:title val=""/>
  <dgm:desc val=""/>
  <dgm:catLst>
    <dgm:cat type="relationship" pri="7000"/>
    <dgm:cat type="process" pri="32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ycle">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equ" val="2">
        <dgm:constrLst>
          <dgm:constr type="primFontSz" for="ch" ptType="node" op="equ" val="65"/>
          <dgm:constr type="w" for="ch" ptType="node" refType="w"/>
          <dgm:constr type="h" for="ch" ptType="node" refType="w" refFor="ch" refPtType="node"/>
          <dgm:constr type="sibSp" refType="w" refFor="ch" refPtType="node" fact="0.1"/>
          <dgm:constr type="diam" refType="w" refFor="ch" refPtType="node" fact="1.1"/>
        </dgm:constrLst>
      </dgm:if>
      <dgm:if name="Name11" axis="ch" ptType="node" func="cnt" op="equ" val="5">
        <dgm:constrLst>
          <dgm:constr type="primFontSz" for="ch" ptType="node" op="equ" val="65"/>
          <dgm:constr type="w" for="ch" ptType="node" refType="w"/>
          <dgm:constr type="h" for="ch" ptType="node" refType="w" refFor="ch" refPtType="node"/>
          <dgm:constr type="sibSp" refType="w" refFor="ch" refPtType="node" fact="-0.24"/>
        </dgm:constrLst>
      </dgm:if>
      <dgm:if name="Name12" axis="ch" ptType="node" func="cnt" op="equ" val="6">
        <dgm:constrLst>
          <dgm:constr type="primFontSz" for="ch" ptType="node" op="equ" val="65"/>
          <dgm:constr type="w" for="ch" ptType="node" refType="w"/>
          <dgm:constr type="h" for="ch" ptType="node" refType="w" refFor="ch" refPtType="node"/>
          <dgm:constr type="sibSp" refType="w" refFor="ch" refPtType="node" fact="-0.2"/>
        </dgm:constrLst>
      </dgm:if>
      <dgm:if name="Name13" axis="ch" ptType="node" func="cnt" op="equ" val="8">
        <dgm:constrLst>
          <dgm:constr type="primFontSz" for="ch" ptType="node" op="equ" val="65"/>
          <dgm:constr type="w" for="ch" ptType="node" refType="w"/>
          <dgm:constr type="h" for="ch" ptType="node" refType="w" refFor="ch" refPtType="node"/>
          <dgm:constr type="sibSp" refType="w" refFor="ch" refPtType="node" fact="-0.15"/>
        </dgm:constrLst>
      </dgm:if>
      <dgm:if name="Name14" axis="ch" ptType="node" func="cnt" op="equ" val="10">
        <dgm:constrLst>
          <dgm:constr type="primFontSz" for="ch" ptType="node" op="lte" val="65"/>
          <dgm:constr type="w" for="ch" ptType="node" refType="w"/>
          <dgm:constr type="h" for="ch" ptType="node" refType="w" refFor="ch" refPtType="node"/>
          <dgm:constr type="sibSp" refType="w" refFor="ch" refPtType="node" fact="-0.24"/>
        </dgm:constrLst>
      </dgm:if>
      <dgm:else name="Name15">
        <dgm:constrLst>
          <dgm:constr type="primFontSz" for="ch" ptType="node" op="equ" val="65"/>
          <dgm:constr type="w" for="ch" ptType="node" refType="w"/>
          <dgm:constr type="h" for="ch" ptType="node" refType="w" refFor="ch" refPtType="node"/>
          <dgm:constr type="sibSp" refType="w" refFor="ch" refPtType="node" fact="-0.35"/>
        </dgm:constrLst>
      </dgm:else>
    </dgm:choose>
    <dgm:ruleLst/>
    <dgm:forEach name="Name16" axis="ch" ptType="node">
      <dgm:layoutNode name="arrow">
        <dgm:varLst>
          <dgm:bulletEnabled val="1"/>
        </dgm:varLst>
        <dgm:alg type="tx"/>
        <dgm:shape xmlns:r="http://schemas.openxmlformats.org/officeDocument/2006/relationships" type="upArrow" r:blip="">
          <dgm:adjLst>
            <dgm:adj idx="2" val="0.35"/>
          </dgm:adjLst>
        </dgm:shape>
        <dgm:presOf axis="desOrSelf" ptType="node"/>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6/30/2025</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EDBDA2-4480-4D82-8886-1B64A7ECBBAC}" type="datetimeFigureOut">
              <a:rPr lang="en-US" noProof="0" smtClean="0"/>
              <a:t>6/30/2025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DDBACE-0F8F-43FD-98F0-DEE13552DADA}" type="slidenum">
              <a:rPr lang="en-US" noProof="0" smtClean="0"/>
              <a:t>‹#›</a:t>
            </a:fld>
            <a:endParaRPr lang="en-US" noProof="0" dirty="0"/>
          </a:p>
        </p:txBody>
      </p:sp>
    </p:spTree>
    <p:extLst>
      <p:ext uri="{BB962C8B-B14F-4D97-AF65-F5344CB8AC3E}">
        <p14:creationId xmlns:p14="http://schemas.microsoft.com/office/powerpoint/2010/main" val="1455722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6">
            <a:lumMod val="5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10FBCDE-EE59-33A6-32CA-9F6279AA435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12700"/>
            <a:ext cx="12192000" cy="6858000"/>
          </a:xfrm>
          <a:prstGeom prst="rect">
            <a:avLst/>
          </a:prstGeom>
        </p:spPr>
      </p:pic>
      <p:pic>
        <p:nvPicPr>
          <p:cNvPr id="6" name="Graphic 5">
            <a:extLst>
              <a:ext uri="{FF2B5EF4-FFF2-40B4-BE49-F238E27FC236}">
                <a16:creationId xmlns:a16="http://schemas.microsoft.com/office/drawing/2014/main" id="{E45A58EF-738C-B1BA-F49A-84ADB68F8A88}"/>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49858"/>
          <a:stretch/>
        </p:blipFill>
        <p:spPr>
          <a:xfrm>
            <a:off x="8401354" y="9452"/>
            <a:ext cx="2286000" cy="1146248"/>
          </a:xfrm>
          <a:prstGeom prst="rect">
            <a:avLst/>
          </a:prstGeom>
        </p:spPr>
      </p:pic>
      <p:pic>
        <p:nvPicPr>
          <p:cNvPr id="7" name="Graphic 6">
            <a:extLst>
              <a:ext uri="{FF2B5EF4-FFF2-40B4-BE49-F238E27FC236}">
                <a16:creationId xmlns:a16="http://schemas.microsoft.com/office/drawing/2014/main" id="{37F78E2C-6843-1373-E993-79393D858434}"/>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49858"/>
          <a:stretch/>
        </p:blipFill>
        <p:spPr>
          <a:xfrm>
            <a:off x="10687351" y="9452"/>
            <a:ext cx="1504649" cy="1146248"/>
          </a:xfrm>
          <a:prstGeom prst="rect">
            <a:avLst/>
          </a:prstGeom>
        </p:spPr>
      </p:pic>
      <p:pic>
        <p:nvPicPr>
          <p:cNvPr id="8" name="Graphic 7">
            <a:extLst>
              <a:ext uri="{FF2B5EF4-FFF2-40B4-BE49-F238E27FC236}">
                <a16:creationId xmlns:a16="http://schemas.microsoft.com/office/drawing/2014/main" id="{9559DD38-C8CC-7B28-F492-ACB263A81476}"/>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 b="50186"/>
          <a:stretch/>
        </p:blipFill>
        <p:spPr>
          <a:xfrm rot="10800000">
            <a:off x="1504646" y="5731981"/>
            <a:ext cx="2286000" cy="1138718"/>
          </a:xfrm>
          <a:prstGeom prst="rect">
            <a:avLst/>
          </a:prstGeom>
        </p:spPr>
      </p:pic>
      <p:pic>
        <p:nvPicPr>
          <p:cNvPr id="9" name="Graphic 8">
            <a:extLst>
              <a:ext uri="{FF2B5EF4-FFF2-40B4-BE49-F238E27FC236}">
                <a16:creationId xmlns:a16="http://schemas.microsoft.com/office/drawing/2014/main" id="{8DEFF3B2-90E8-5D9B-CEA8-00B05000BF0E}"/>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9BAE121A-5259-1180-7385-CE2C03431052}"/>
              </a:ext>
            </a:extLst>
          </p:cNvPr>
          <p:cNvSpPr>
            <a:spLocks noGrp="1"/>
          </p:cNvSpPr>
          <p:nvPr>
            <p:ph type="title"/>
          </p:nvPr>
        </p:nvSpPr>
        <p:spPr>
          <a:xfrm>
            <a:off x="841248" y="841248"/>
            <a:ext cx="10479024" cy="557784"/>
          </a:xfrm>
        </p:spPr>
        <p:txBody>
          <a:bodyPr anchor="t"/>
          <a:lstStyle>
            <a:lvl1pPr>
              <a:defRPr sz="2000" b="1" cap="all" spc="300" baseline="0">
                <a:solidFill>
                  <a:schemeClr val="bg1">
                    <a:lumMod val="95000"/>
                  </a:schemeClr>
                </a:solidFill>
              </a:defRPr>
            </a:lvl1pPr>
          </a:lstStyle>
          <a:p>
            <a:r>
              <a:rPr lang="en-US" dirty="0"/>
              <a:t>Click to edit Master title style</a:t>
            </a:r>
          </a:p>
        </p:txBody>
      </p:sp>
      <p:sp>
        <p:nvSpPr>
          <p:cNvPr id="11" name="Text Placeholder 10">
            <a:extLst>
              <a:ext uri="{FF2B5EF4-FFF2-40B4-BE49-F238E27FC236}">
                <a16:creationId xmlns:a16="http://schemas.microsoft.com/office/drawing/2014/main" id="{B810682D-F26A-B1BF-CD97-BB8BD31B2F32}"/>
              </a:ext>
            </a:extLst>
          </p:cNvPr>
          <p:cNvSpPr>
            <a:spLocks noGrp="1"/>
          </p:cNvSpPr>
          <p:nvPr>
            <p:ph type="body" sz="quarter" idx="10"/>
          </p:nvPr>
        </p:nvSpPr>
        <p:spPr>
          <a:xfrm>
            <a:off x="841247" y="1536192"/>
            <a:ext cx="10479215" cy="4480560"/>
          </a:xfrm>
        </p:spPr>
        <p:txBody>
          <a:bodyPr/>
          <a:lstStyle>
            <a:lvl1pPr marL="0" indent="0">
              <a:lnSpc>
                <a:spcPct val="75000"/>
              </a:lnSpc>
              <a:buNone/>
              <a:defRPr sz="8000">
                <a:solidFill>
                  <a:schemeClr val="bg1">
                    <a:lumMod val="95000"/>
                  </a:schemeClr>
                </a:solidFill>
              </a:defRPr>
            </a:lvl1pPr>
          </a:lstStyle>
          <a:p>
            <a:pPr lvl="0"/>
            <a:r>
              <a:rPr lang="en-US" dirty="0"/>
              <a:t>Click to edit Master text styles</a:t>
            </a:r>
          </a:p>
        </p:txBody>
      </p:sp>
    </p:spTree>
    <p:extLst>
      <p:ext uri="{BB962C8B-B14F-4D97-AF65-F5344CB8AC3E}">
        <p14:creationId xmlns:p14="http://schemas.microsoft.com/office/powerpoint/2010/main" val="3358800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0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A1EF8CAB-74EE-F5E0-2A98-D49729C57395}"/>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50000" t="1" b="49999"/>
          <a:stretch/>
        </p:blipFill>
        <p:spPr>
          <a:xfrm>
            <a:off x="6096000" y="0"/>
            <a:ext cx="6095999" cy="3429000"/>
          </a:xfrm>
          <a:prstGeom prst="rect">
            <a:avLst/>
          </a:prstGeom>
        </p:spPr>
      </p:pic>
      <p:pic>
        <p:nvPicPr>
          <p:cNvPr id="6" name="Graphic 5">
            <a:extLst>
              <a:ext uri="{FF2B5EF4-FFF2-40B4-BE49-F238E27FC236}">
                <a16:creationId xmlns:a16="http://schemas.microsoft.com/office/drawing/2014/main" id="{8783521D-ED5D-D5DB-16FA-CD1B1203DF6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83283" r="87659"/>
          <a:stretch/>
        </p:blipFill>
        <p:spPr>
          <a:xfrm>
            <a:off x="0" y="5731979"/>
            <a:ext cx="1504645" cy="1146408"/>
          </a:xfrm>
          <a:prstGeom prst="rect">
            <a:avLst/>
          </a:prstGeom>
        </p:spPr>
      </p:pic>
      <p:pic>
        <p:nvPicPr>
          <p:cNvPr id="7" name="Graphic 6">
            <a:extLst>
              <a:ext uri="{FF2B5EF4-FFF2-40B4-BE49-F238E27FC236}">
                <a16:creationId xmlns:a16="http://schemas.microsoft.com/office/drawing/2014/main" id="{9381EED1-F8B1-76DD-2AF9-959C65437FF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1354" y="9452"/>
            <a:ext cx="2286000" cy="2286000"/>
          </a:xfrm>
          <a:prstGeom prst="rect">
            <a:avLst/>
          </a:prstGeom>
        </p:spPr>
      </p:pic>
      <p:pic>
        <p:nvPicPr>
          <p:cNvPr id="8" name="Graphic 7">
            <a:extLst>
              <a:ext uri="{FF2B5EF4-FFF2-40B4-BE49-F238E27FC236}">
                <a16:creationId xmlns:a16="http://schemas.microsoft.com/office/drawing/2014/main" id="{1D23ADF4-87AF-5693-9986-341478D502BD}"/>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9452"/>
            <a:ext cx="1504649" cy="2286000"/>
          </a:xfrm>
          <a:prstGeom prst="rect">
            <a:avLst/>
          </a:prstGeom>
        </p:spPr>
      </p:pic>
      <p:pic>
        <p:nvPicPr>
          <p:cNvPr id="9" name="Graphic 8">
            <a:extLst>
              <a:ext uri="{FF2B5EF4-FFF2-40B4-BE49-F238E27FC236}">
                <a16:creationId xmlns:a16="http://schemas.microsoft.com/office/drawing/2014/main" id="{2E5EE104-2241-C262-895C-BCA769134010}"/>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dirty="0"/>
              <a:t>Click to edit Master title style</a:t>
            </a:r>
          </a:p>
        </p:txBody>
      </p:sp>
      <p:sp>
        <p:nvSpPr>
          <p:cNvPr id="14" name="Content Placeholder 12">
            <a:extLst>
              <a:ext uri="{FF2B5EF4-FFF2-40B4-BE49-F238E27FC236}">
                <a16:creationId xmlns:a16="http://schemas.microsoft.com/office/drawing/2014/main" id="{19B7E7AC-A0E6-BE9A-4728-8FE036CF3538}"/>
              </a:ext>
            </a:extLst>
          </p:cNvPr>
          <p:cNvSpPr>
            <a:spLocks noGrp="1"/>
          </p:cNvSpPr>
          <p:nvPr>
            <p:ph sz="quarter" idx="13"/>
          </p:nvPr>
        </p:nvSpPr>
        <p:spPr>
          <a:xfrm>
            <a:off x="841248" y="1536827"/>
            <a:ext cx="6556375" cy="4479925"/>
          </a:xfrm>
        </p:spPr>
        <p:txBody>
          <a:bodyPr>
            <a:normAutofit/>
          </a:bodyPr>
          <a:lstStyle>
            <a:lvl1pPr>
              <a:lnSpc>
                <a:spcPct val="140000"/>
              </a:lnSpc>
              <a:spcAft>
                <a:spcPts val="0"/>
              </a:spcAft>
              <a:defRPr sz="2800"/>
            </a:lvl1pPr>
            <a:lvl2pPr>
              <a:defRPr sz="2800"/>
            </a:lvl2pPr>
            <a:lvl3pPr>
              <a:defRPr sz="2400"/>
            </a:lvl3pPr>
            <a:lvl4pPr>
              <a:defRPr sz="24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1895640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with image 01">
    <p:bg>
      <p:bgPr>
        <a:solidFill>
          <a:schemeClr val="accent6">
            <a:lumMod val="50000"/>
          </a:schemeClr>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FF0337A6-0579-B5BC-C526-F7EBDDB8E84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50000" t="1" b="49999"/>
          <a:stretch/>
        </p:blipFill>
        <p:spPr>
          <a:xfrm>
            <a:off x="6096000" y="0"/>
            <a:ext cx="6095999" cy="3429000"/>
          </a:xfrm>
          <a:prstGeom prst="rect">
            <a:avLst/>
          </a:prstGeom>
        </p:spPr>
      </p:pic>
      <p:pic>
        <p:nvPicPr>
          <p:cNvPr id="4" name="Graphic 3">
            <a:extLst>
              <a:ext uri="{FF2B5EF4-FFF2-40B4-BE49-F238E27FC236}">
                <a16:creationId xmlns:a16="http://schemas.microsoft.com/office/drawing/2014/main" id="{4166F179-9203-AC2D-A267-E25FA28E978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83283" r="50000"/>
          <a:stretch/>
        </p:blipFill>
        <p:spPr>
          <a:xfrm>
            <a:off x="0" y="5731979"/>
            <a:ext cx="6096000" cy="1146408"/>
          </a:xfrm>
          <a:prstGeom prst="rect">
            <a:avLst/>
          </a:prstGeom>
        </p:spPr>
      </p:pic>
      <p:pic>
        <p:nvPicPr>
          <p:cNvPr id="10" name="Graphic 9">
            <a:extLst>
              <a:ext uri="{FF2B5EF4-FFF2-40B4-BE49-F238E27FC236}">
                <a16:creationId xmlns:a16="http://schemas.microsoft.com/office/drawing/2014/main" id="{4BFC5468-5E1B-2FE4-DA95-D0CCC383D3E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1354" y="9452"/>
            <a:ext cx="2286000" cy="2286000"/>
          </a:xfrm>
          <a:prstGeom prst="rect">
            <a:avLst/>
          </a:prstGeom>
        </p:spPr>
      </p:pic>
      <p:pic>
        <p:nvPicPr>
          <p:cNvPr id="12" name="Graphic 11">
            <a:extLst>
              <a:ext uri="{FF2B5EF4-FFF2-40B4-BE49-F238E27FC236}">
                <a16:creationId xmlns:a16="http://schemas.microsoft.com/office/drawing/2014/main" id="{617493C4-12E7-500C-5FD5-68370B57A205}"/>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9452"/>
            <a:ext cx="1504649" cy="2286000"/>
          </a:xfrm>
          <a:prstGeom prst="rect">
            <a:avLst/>
          </a:prstGeom>
        </p:spPr>
      </p:pic>
      <p:pic>
        <p:nvPicPr>
          <p:cNvPr id="13" name="Graphic 12">
            <a:extLst>
              <a:ext uri="{FF2B5EF4-FFF2-40B4-BE49-F238E27FC236}">
                <a16:creationId xmlns:a16="http://schemas.microsoft.com/office/drawing/2014/main" id="{149B5038-6091-D5DF-F2DA-3900885F498D}"/>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 b="50186"/>
          <a:stretch/>
        </p:blipFill>
        <p:spPr>
          <a:xfrm rot="10800000">
            <a:off x="1504646" y="5731981"/>
            <a:ext cx="2286000" cy="1138718"/>
          </a:xfrm>
          <a:prstGeom prst="rect">
            <a:avLst/>
          </a:prstGeom>
        </p:spPr>
      </p:pic>
      <p:pic>
        <p:nvPicPr>
          <p:cNvPr id="14" name="Graphic 13">
            <a:extLst>
              <a:ext uri="{FF2B5EF4-FFF2-40B4-BE49-F238E27FC236}">
                <a16:creationId xmlns:a16="http://schemas.microsoft.com/office/drawing/2014/main" id="{9442ADAB-F6BA-A55C-036E-C837F95C8F8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16" name="Picture Placeholder 15">
            <a:extLst>
              <a:ext uri="{FF2B5EF4-FFF2-40B4-BE49-F238E27FC236}">
                <a16:creationId xmlns:a16="http://schemas.microsoft.com/office/drawing/2014/main" id="{7E35C9AB-B94F-CACD-3F8A-C5FE3B695994}"/>
              </a:ext>
            </a:extLst>
          </p:cNvPr>
          <p:cNvSpPr>
            <a:spLocks noGrp="1"/>
          </p:cNvSpPr>
          <p:nvPr>
            <p:ph type="pic" sz="quarter" idx="11"/>
          </p:nvPr>
        </p:nvSpPr>
        <p:spPr>
          <a:xfrm>
            <a:off x="6111240" y="2231136"/>
            <a:ext cx="6080760" cy="4626864"/>
          </a:xfrm>
          <a:solidFill>
            <a:schemeClr val="accent6">
              <a:lumMod val="50000"/>
            </a:schemeClr>
          </a:solidFill>
        </p:spPr>
        <p:txBody>
          <a:bodyPr/>
          <a:lstStyle>
            <a:lvl1pPr marL="0" indent="0" algn="r">
              <a:buNone/>
              <a:defRPr>
                <a:solidFill>
                  <a:schemeClr val="bg1"/>
                </a:solidFill>
              </a:defRPr>
            </a:lvl1pPr>
          </a:lstStyle>
          <a:p>
            <a:endParaRPr lang="en-US" dirty="0"/>
          </a:p>
        </p:txBody>
      </p:sp>
      <p:sp>
        <p:nvSpPr>
          <p:cNvPr id="2" name="Title 1">
            <a:extLst>
              <a:ext uri="{FF2B5EF4-FFF2-40B4-BE49-F238E27FC236}">
                <a16:creationId xmlns:a16="http://schemas.microsoft.com/office/drawing/2014/main" id="{9BAE121A-5259-1180-7385-CE2C03431052}"/>
              </a:ext>
            </a:extLst>
          </p:cNvPr>
          <p:cNvSpPr>
            <a:spLocks noGrp="1"/>
          </p:cNvSpPr>
          <p:nvPr>
            <p:ph type="title"/>
          </p:nvPr>
        </p:nvSpPr>
        <p:spPr>
          <a:xfrm>
            <a:off x="841248" y="841248"/>
            <a:ext cx="6931152" cy="557784"/>
          </a:xfrm>
        </p:spPr>
        <p:txBody>
          <a:bodyPr anchor="t"/>
          <a:lstStyle>
            <a:lvl1pPr>
              <a:defRPr sz="2000" b="1" cap="all" spc="300" baseline="0">
                <a:solidFill>
                  <a:schemeClr val="bg1">
                    <a:lumMod val="95000"/>
                  </a:schemeClr>
                </a:solidFill>
              </a:defRPr>
            </a:lvl1pPr>
          </a:lstStyle>
          <a:p>
            <a:r>
              <a:rPr lang="en-US" dirty="0"/>
              <a:t>Click to edit Master title style</a:t>
            </a:r>
          </a:p>
        </p:txBody>
      </p:sp>
      <p:sp>
        <p:nvSpPr>
          <p:cNvPr id="11" name="Text Placeholder 10">
            <a:extLst>
              <a:ext uri="{FF2B5EF4-FFF2-40B4-BE49-F238E27FC236}">
                <a16:creationId xmlns:a16="http://schemas.microsoft.com/office/drawing/2014/main" id="{B810682D-F26A-B1BF-CD97-BB8BD31B2F32}"/>
              </a:ext>
            </a:extLst>
          </p:cNvPr>
          <p:cNvSpPr>
            <a:spLocks noGrp="1"/>
          </p:cNvSpPr>
          <p:nvPr>
            <p:ph type="body" sz="quarter" idx="10"/>
          </p:nvPr>
        </p:nvSpPr>
        <p:spPr>
          <a:xfrm>
            <a:off x="841247" y="1536192"/>
            <a:ext cx="6931152" cy="4480560"/>
          </a:xfrm>
        </p:spPr>
        <p:txBody>
          <a:bodyPr/>
          <a:lstStyle>
            <a:lvl1pPr marL="0" indent="0">
              <a:lnSpc>
                <a:spcPct val="75000"/>
              </a:lnSpc>
              <a:buNone/>
              <a:defRPr sz="8000">
                <a:solidFill>
                  <a:schemeClr val="bg1">
                    <a:lumMod val="95000"/>
                  </a:schemeClr>
                </a:solidFill>
              </a:defRPr>
            </a:lvl1pPr>
          </a:lstStyle>
          <a:p>
            <a:pPr lvl="0"/>
            <a:r>
              <a:rPr lang="en-US" dirty="0"/>
              <a:t>Click to edit Master text styles</a:t>
            </a:r>
          </a:p>
        </p:txBody>
      </p:sp>
    </p:spTree>
    <p:extLst>
      <p:ext uri="{BB962C8B-B14F-4D97-AF65-F5344CB8AC3E}">
        <p14:creationId xmlns:p14="http://schemas.microsoft.com/office/powerpoint/2010/main" val="789452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02">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E18B122A-848F-E50E-C503-3930933A5C6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8908"/>
          <a:stretch/>
        </p:blipFill>
        <p:spPr>
          <a:xfrm>
            <a:off x="8401354" y="0"/>
            <a:ext cx="3790646" cy="6857999"/>
          </a:xfrm>
          <a:prstGeom prst="rect">
            <a:avLst/>
          </a:prstGeom>
        </p:spPr>
      </p:pic>
      <p:pic>
        <p:nvPicPr>
          <p:cNvPr id="12" name="Graphic 11">
            <a:extLst>
              <a:ext uri="{FF2B5EF4-FFF2-40B4-BE49-F238E27FC236}">
                <a16:creationId xmlns:a16="http://schemas.microsoft.com/office/drawing/2014/main" id="{08CD9875-E4AF-D7EA-9F8B-D27F2C3104A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1354" y="2297076"/>
            <a:ext cx="2286000" cy="2286000"/>
          </a:xfrm>
          <a:prstGeom prst="rect">
            <a:avLst/>
          </a:prstGeom>
        </p:spPr>
      </p:pic>
      <p:pic>
        <p:nvPicPr>
          <p:cNvPr id="13" name="Graphic 12">
            <a:extLst>
              <a:ext uri="{FF2B5EF4-FFF2-40B4-BE49-F238E27FC236}">
                <a16:creationId xmlns:a16="http://schemas.microsoft.com/office/drawing/2014/main" id="{8513E8A3-5E78-5821-6B7B-AF6343ACA739}"/>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2297076"/>
            <a:ext cx="1504649" cy="2286000"/>
          </a:xfrm>
          <a:prstGeom prst="rect">
            <a:avLst/>
          </a:prstGeom>
        </p:spPr>
      </p:pic>
      <p:pic>
        <p:nvPicPr>
          <p:cNvPr id="14" name="Graphic 13">
            <a:extLst>
              <a:ext uri="{FF2B5EF4-FFF2-40B4-BE49-F238E27FC236}">
                <a16:creationId xmlns:a16="http://schemas.microsoft.com/office/drawing/2014/main" id="{E256415C-5388-7D35-1C15-8DA4ACDCA1F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1354" y="9452"/>
            <a:ext cx="2286000" cy="2286000"/>
          </a:xfrm>
          <a:prstGeom prst="rect">
            <a:avLst/>
          </a:prstGeom>
        </p:spPr>
      </p:pic>
      <p:pic>
        <p:nvPicPr>
          <p:cNvPr id="15" name="Graphic 14">
            <a:extLst>
              <a:ext uri="{FF2B5EF4-FFF2-40B4-BE49-F238E27FC236}">
                <a16:creationId xmlns:a16="http://schemas.microsoft.com/office/drawing/2014/main" id="{8B78E2E7-B83A-F17C-9869-FED59DD512EA}"/>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9452"/>
            <a:ext cx="1504649" cy="228600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dirty="0"/>
              <a:t>Click to edit Master title style</a:t>
            </a:r>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6556375" cy="4479925"/>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7586166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with image 02">
    <p:bg>
      <p:bgPr>
        <a:solidFill>
          <a:schemeClr val="accent6">
            <a:lumMod val="5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0321C850-160D-5CD7-B829-ADE752EA7AB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50000"/>
          <a:stretch/>
        </p:blipFill>
        <p:spPr>
          <a:xfrm>
            <a:off x="6096000" y="0"/>
            <a:ext cx="6096000" cy="6857999"/>
          </a:xfrm>
          <a:prstGeom prst="rect">
            <a:avLst/>
          </a:prstGeom>
        </p:spPr>
      </p:pic>
      <p:pic>
        <p:nvPicPr>
          <p:cNvPr id="6" name="Graphic 5">
            <a:extLst>
              <a:ext uri="{FF2B5EF4-FFF2-40B4-BE49-F238E27FC236}">
                <a16:creationId xmlns:a16="http://schemas.microsoft.com/office/drawing/2014/main" id="{33105707-8D59-D00C-596A-380479D0E0D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1354" y="2297076"/>
            <a:ext cx="2286000" cy="2286000"/>
          </a:xfrm>
          <a:prstGeom prst="rect">
            <a:avLst/>
          </a:prstGeom>
        </p:spPr>
      </p:pic>
      <p:pic>
        <p:nvPicPr>
          <p:cNvPr id="7" name="Graphic 6">
            <a:extLst>
              <a:ext uri="{FF2B5EF4-FFF2-40B4-BE49-F238E27FC236}">
                <a16:creationId xmlns:a16="http://schemas.microsoft.com/office/drawing/2014/main" id="{3DC4FC4F-BE00-1554-FEBD-DE21F3AB35BB}"/>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2297076"/>
            <a:ext cx="1504649" cy="2286000"/>
          </a:xfrm>
          <a:prstGeom prst="rect">
            <a:avLst/>
          </a:prstGeom>
        </p:spPr>
      </p:pic>
      <p:pic>
        <p:nvPicPr>
          <p:cNvPr id="8" name="Graphic 7">
            <a:extLst>
              <a:ext uri="{FF2B5EF4-FFF2-40B4-BE49-F238E27FC236}">
                <a16:creationId xmlns:a16="http://schemas.microsoft.com/office/drawing/2014/main" id="{0A310F08-0B34-7E1C-7605-4F81502355F6}"/>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1354" y="9452"/>
            <a:ext cx="2286000" cy="2286000"/>
          </a:xfrm>
          <a:prstGeom prst="rect">
            <a:avLst/>
          </a:prstGeom>
        </p:spPr>
      </p:pic>
      <p:pic>
        <p:nvPicPr>
          <p:cNvPr id="9" name="Graphic 8">
            <a:extLst>
              <a:ext uri="{FF2B5EF4-FFF2-40B4-BE49-F238E27FC236}">
                <a16:creationId xmlns:a16="http://schemas.microsoft.com/office/drawing/2014/main" id="{63371AFC-6FAC-3C10-CCC0-ECE8DB9E9972}"/>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9452"/>
            <a:ext cx="1504649" cy="2286000"/>
          </a:xfrm>
          <a:prstGeom prst="rect">
            <a:avLst/>
          </a:prstGeom>
        </p:spPr>
      </p:pic>
      <p:sp>
        <p:nvSpPr>
          <p:cNvPr id="2" name="Title 1">
            <a:extLst>
              <a:ext uri="{FF2B5EF4-FFF2-40B4-BE49-F238E27FC236}">
                <a16:creationId xmlns:a16="http://schemas.microsoft.com/office/drawing/2014/main" id="{9BAE121A-5259-1180-7385-CE2C03431052}"/>
              </a:ext>
            </a:extLst>
          </p:cNvPr>
          <p:cNvSpPr>
            <a:spLocks noGrp="1"/>
          </p:cNvSpPr>
          <p:nvPr>
            <p:ph type="title"/>
          </p:nvPr>
        </p:nvSpPr>
        <p:spPr>
          <a:xfrm>
            <a:off x="841248" y="841248"/>
            <a:ext cx="10479024" cy="557784"/>
          </a:xfrm>
        </p:spPr>
        <p:txBody>
          <a:bodyPr anchor="t"/>
          <a:lstStyle>
            <a:lvl1pPr>
              <a:defRPr sz="2000" b="1" cap="all" spc="300" baseline="0">
                <a:solidFill>
                  <a:schemeClr val="bg1">
                    <a:lumMod val="95000"/>
                  </a:schemeClr>
                </a:solidFill>
              </a:defRPr>
            </a:lvl1pPr>
          </a:lstStyle>
          <a:p>
            <a:r>
              <a:rPr lang="en-US" dirty="0"/>
              <a:t>Click to edit Master title style</a:t>
            </a:r>
          </a:p>
        </p:txBody>
      </p:sp>
      <p:sp>
        <p:nvSpPr>
          <p:cNvPr id="11" name="Text Placeholder 10">
            <a:extLst>
              <a:ext uri="{FF2B5EF4-FFF2-40B4-BE49-F238E27FC236}">
                <a16:creationId xmlns:a16="http://schemas.microsoft.com/office/drawing/2014/main" id="{B810682D-F26A-B1BF-CD97-BB8BD31B2F32}"/>
              </a:ext>
            </a:extLst>
          </p:cNvPr>
          <p:cNvSpPr>
            <a:spLocks noGrp="1"/>
          </p:cNvSpPr>
          <p:nvPr>
            <p:ph type="body" sz="quarter" idx="10"/>
          </p:nvPr>
        </p:nvSpPr>
        <p:spPr>
          <a:xfrm>
            <a:off x="841247" y="1536192"/>
            <a:ext cx="10479024" cy="2679192"/>
          </a:xfrm>
        </p:spPr>
        <p:txBody>
          <a:bodyPr/>
          <a:lstStyle>
            <a:lvl1pPr marL="0" indent="0">
              <a:lnSpc>
                <a:spcPct val="75000"/>
              </a:lnSpc>
              <a:buNone/>
              <a:defRPr sz="8000">
                <a:solidFill>
                  <a:schemeClr val="bg1">
                    <a:lumMod val="95000"/>
                  </a:schemeClr>
                </a:solidFill>
              </a:defRPr>
            </a:lvl1pPr>
          </a:lstStyle>
          <a:p>
            <a:pPr lvl="0"/>
            <a:r>
              <a:rPr lang="en-US" dirty="0"/>
              <a:t>Click to edit Master text styles</a:t>
            </a:r>
          </a:p>
        </p:txBody>
      </p:sp>
      <p:sp>
        <p:nvSpPr>
          <p:cNvPr id="16" name="Picture Placeholder 15">
            <a:extLst>
              <a:ext uri="{FF2B5EF4-FFF2-40B4-BE49-F238E27FC236}">
                <a16:creationId xmlns:a16="http://schemas.microsoft.com/office/drawing/2014/main" id="{7E35C9AB-B94F-CACD-3F8A-C5FE3B695994}"/>
              </a:ext>
            </a:extLst>
          </p:cNvPr>
          <p:cNvSpPr>
            <a:spLocks noGrp="1"/>
          </p:cNvSpPr>
          <p:nvPr>
            <p:ph type="pic" sz="quarter" idx="11"/>
          </p:nvPr>
        </p:nvSpPr>
        <p:spPr>
          <a:xfrm>
            <a:off x="0" y="4462272"/>
            <a:ext cx="12188952" cy="2395728"/>
          </a:xfrm>
          <a:solidFill>
            <a:schemeClr val="accent6">
              <a:lumMod val="75000"/>
            </a:schemeClr>
          </a:solidFill>
        </p:spPr>
        <p:txBody>
          <a:bodyPr/>
          <a:lstStyle>
            <a:lvl1pPr marL="0" indent="0" algn="ctr">
              <a:buNone/>
              <a:defRPr>
                <a:solidFill>
                  <a:sysClr val="windowText" lastClr="000000"/>
                </a:solidFill>
              </a:defRPr>
            </a:lvl1pPr>
          </a:lstStyle>
          <a:p>
            <a:endParaRPr lang="en-US" dirty="0"/>
          </a:p>
        </p:txBody>
      </p:sp>
    </p:spTree>
    <p:extLst>
      <p:ext uri="{BB962C8B-B14F-4D97-AF65-F5344CB8AC3E}">
        <p14:creationId xmlns:p14="http://schemas.microsoft.com/office/powerpoint/2010/main" val="2039803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D0F0E0D3-11E9-A85D-821D-49C27B06B06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87659"/>
          <a:stretch/>
        </p:blipFill>
        <p:spPr>
          <a:xfrm>
            <a:off x="10687350" y="12700"/>
            <a:ext cx="1504649" cy="6858000"/>
          </a:xfrm>
          <a:prstGeom prst="rect">
            <a:avLst/>
          </a:prstGeom>
        </p:spPr>
      </p:pic>
      <p:pic>
        <p:nvPicPr>
          <p:cNvPr id="6" name="Graphic 5">
            <a:extLst>
              <a:ext uri="{FF2B5EF4-FFF2-40B4-BE49-F238E27FC236}">
                <a16:creationId xmlns:a16="http://schemas.microsoft.com/office/drawing/2014/main" id="{7433D848-BBB0-8852-CBA7-96FB04BFADE7}"/>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556"/>
          <a:stretch/>
        </p:blipFill>
        <p:spPr>
          <a:xfrm>
            <a:off x="10687351" y="4584700"/>
            <a:ext cx="1504649" cy="1130300"/>
          </a:xfrm>
          <a:prstGeom prst="rect">
            <a:avLst/>
          </a:prstGeom>
        </p:spPr>
      </p:pic>
      <p:pic>
        <p:nvPicPr>
          <p:cNvPr id="7" name="Graphic 6">
            <a:extLst>
              <a:ext uri="{FF2B5EF4-FFF2-40B4-BE49-F238E27FC236}">
                <a16:creationId xmlns:a16="http://schemas.microsoft.com/office/drawing/2014/main" id="{3A0A5B28-1267-FF8C-DD34-4AE0CE17FD97}"/>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2297076"/>
            <a:ext cx="1504649" cy="2286000"/>
          </a:xfrm>
          <a:prstGeom prst="rect">
            <a:avLst/>
          </a:prstGeom>
        </p:spPr>
      </p:pic>
      <p:pic>
        <p:nvPicPr>
          <p:cNvPr id="8" name="Graphic 7">
            <a:extLst>
              <a:ext uri="{FF2B5EF4-FFF2-40B4-BE49-F238E27FC236}">
                <a16:creationId xmlns:a16="http://schemas.microsoft.com/office/drawing/2014/main" id="{72FE7896-D379-408C-54BB-757C71F0DEFF}"/>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49515" r="34180"/>
          <a:stretch/>
        </p:blipFill>
        <p:spPr>
          <a:xfrm>
            <a:off x="10687351" y="1141376"/>
            <a:ext cx="1504649" cy="1154076"/>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dirty="0"/>
              <a:t>Click to edit Master title style</a:t>
            </a:r>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a:extLst>
              <a:ext uri="{FF2B5EF4-FFF2-40B4-BE49-F238E27FC236}">
                <a16:creationId xmlns:a16="http://schemas.microsoft.com/office/drawing/2014/main" id="{37E02B10-F9DF-509C-64D5-91DEB6988175}"/>
              </a:ext>
            </a:extLst>
          </p:cNvPr>
          <p:cNvSpPr>
            <a:spLocks noGrp="1"/>
          </p:cNvSpPr>
          <p:nvPr>
            <p:ph type="body" sz="quarter" idx="15"/>
          </p:nvPr>
        </p:nvSpPr>
        <p:spPr>
          <a:xfrm>
            <a:off x="4791455" y="1536826"/>
            <a:ext cx="5650992" cy="557784"/>
          </a:xfrm>
        </p:spPr>
        <p:txBody>
          <a:bodyPr/>
          <a:lstStyle>
            <a:lvl1pPr marL="0" indent="0">
              <a:lnSpc>
                <a:spcPct val="90000"/>
              </a:lnSpc>
              <a:spcBef>
                <a:spcPts val="1000"/>
              </a:spcBef>
              <a:spcAft>
                <a:spcPts val="0"/>
              </a:spcAft>
              <a:buNone/>
              <a:defRPr sz="2000" b="1" baseline="0">
                <a:solidFill>
                  <a:schemeClr val="tx1"/>
                </a:solidFill>
                <a:latin typeface="+mj-lt"/>
              </a:defRPr>
            </a:lvl1pPr>
          </a:lstStyle>
          <a:p>
            <a:pPr lvl="0"/>
            <a:r>
              <a:rPr lang="en-US" dirty="0"/>
              <a:t>Click to edit Master text styles</a:t>
            </a:r>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91456" y="2267712"/>
            <a:ext cx="5650992" cy="3767328"/>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958375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DCE1CF12-4201-C23B-7B9A-02EB4F8A79C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83396"/>
          <a:stretch/>
        </p:blipFill>
        <p:spPr>
          <a:xfrm>
            <a:off x="0" y="5731980"/>
            <a:ext cx="12192000" cy="1138720"/>
          </a:xfrm>
          <a:prstGeom prst="rect">
            <a:avLst/>
          </a:prstGeom>
        </p:spPr>
      </p:pic>
      <p:pic>
        <p:nvPicPr>
          <p:cNvPr id="12" name="Graphic 11">
            <a:extLst>
              <a:ext uri="{FF2B5EF4-FFF2-40B4-BE49-F238E27FC236}">
                <a16:creationId xmlns:a16="http://schemas.microsoft.com/office/drawing/2014/main" id="{513CE0C7-867A-80BB-9E96-3008375B7EE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68854" b="83396"/>
          <a:stretch/>
        </p:blipFill>
        <p:spPr>
          <a:xfrm>
            <a:off x="0" y="12700"/>
            <a:ext cx="3797300" cy="1138720"/>
          </a:xfrm>
          <a:prstGeom prst="rect">
            <a:avLst/>
          </a:prstGeom>
        </p:spPr>
      </p:pic>
      <p:pic>
        <p:nvPicPr>
          <p:cNvPr id="13" name="Graphic 12">
            <a:extLst>
              <a:ext uri="{FF2B5EF4-FFF2-40B4-BE49-F238E27FC236}">
                <a16:creationId xmlns:a16="http://schemas.microsoft.com/office/drawing/2014/main" id="{736CB758-B1DB-F2E0-00E7-BF5660C5F252}"/>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33598" b="49858"/>
          <a:stretch/>
        </p:blipFill>
        <p:spPr>
          <a:xfrm>
            <a:off x="0" y="9452"/>
            <a:ext cx="1517954" cy="1146248"/>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4764024" y="841248"/>
            <a:ext cx="6556248" cy="557784"/>
          </a:xfrm>
        </p:spPr>
        <p:txBody>
          <a:bodyPr anchor="t"/>
          <a:lstStyle>
            <a:lvl1pPr>
              <a:defRPr sz="2000" cap="all" spc="300" baseline="0"/>
            </a:lvl1pPr>
          </a:lstStyle>
          <a:p>
            <a:r>
              <a:rPr lang="en-US" dirty="0"/>
              <a:t>Click to edit Master title style</a:t>
            </a:r>
          </a:p>
        </p:txBody>
      </p:sp>
      <p:sp>
        <p:nvSpPr>
          <p:cNvPr id="14" name="Picture Placeholder 15">
            <a:extLst>
              <a:ext uri="{FF2B5EF4-FFF2-40B4-BE49-F238E27FC236}">
                <a16:creationId xmlns:a16="http://schemas.microsoft.com/office/drawing/2014/main" id="{A780F1E2-F795-D408-7361-9B32EA12F8E7}"/>
              </a:ext>
            </a:extLst>
          </p:cNvPr>
          <p:cNvSpPr>
            <a:spLocks noGrp="1"/>
          </p:cNvSpPr>
          <p:nvPr>
            <p:ph type="pic" sz="quarter" idx="14"/>
          </p:nvPr>
        </p:nvSpPr>
        <p:spPr>
          <a:xfrm>
            <a:off x="0" y="836676"/>
            <a:ext cx="3785616" cy="5184648"/>
          </a:xfrm>
          <a:solidFill>
            <a:schemeClr val="accent6">
              <a:lumMod val="75000"/>
            </a:schemeClr>
          </a:solidFill>
        </p:spPr>
        <p:txBody>
          <a:bodyPr/>
          <a:lstStyle>
            <a:lvl1pPr marL="0" indent="0" algn="ctr">
              <a:buNone/>
              <a:defRPr>
                <a:solidFill>
                  <a:sysClr val="windowText" lastClr="000000"/>
                </a:solidFill>
              </a:defRPr>
            </a:lvl1pPr>
          </a:lstStyle>
          <a:p>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4764023" y="1536827"/>
            <a:ext cx="6556247" cy="4479925"/>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4088055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0059F316-9319-477C-3BD8-C3B19F248AF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87659"/>
          <a:stretch/>
        </p:blipFill>
        <p:spPr>
          <a:xfrm>
            <a:off x="10687350" y="12700"/>
            <a:ext cx="1504649" cy="6858000"/>
          </a:xfrm>
          <a:prstGeom prst="rect">
            <a:avLst/>
          </a:prstGeom>
        </p:spPr>
      </p:pic>
      <p:pic>
        <p:nvPicPr>
          <p:cNvPr id="12" name="Graphic 11">
            <a:extLst>
              <a:ext uri="{FF2B5EF4-FFF2-40B4-BE49-F238E27FC236}">
                <a16:creationId xmlns:a16="http://schemas.microsoft.com/office/drawing/2014/main" id="{AEF98D51-D262-470D-2214-A8A0EDB73625}"/>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4584700"/>
            <a:ext cx="1504649" cy="2286000"/>
          </a:xfrm>
          <a:prstGeom prst="rect">
            <a:avLst/>
          </a:prstGeom>
        </p:spPr>
      </p:pic>
      <p:pic>
        <p:nvPicPr>
          <p:cNvPr id="13" name="Graphic 12">
            <a:extLst>
              <a:ext uri="{FF2B5EF4-FFF2-40B4-BE49-F238E27FC236}">
                <a16:creationId xmlns:a16="http://schemas.microsoft.com/office/drawing/2014/main" id="{3480B83D-EEC7-5C2D-9338-841D0054570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2297076"/>
            <a:ext cx="1504649" cy="2286000"/>
          </a:xfrm>
          <a:prstGeom prst="rect">
            <a:avLst/>
          </a:prstGeom>
        </p:spPr>
      </p:pic>
      <p:pic>
        <p:nvPicPr>
          <p:cNvPr id="14" name="Graphic 13">
            <a:extLst>
              <a:ext uri="{FF2B5EF4-FFF2-40B4-BE49-F238E27FC236}">
                <a16:creationId xmlns:a16="http://schemas.microsoft.com/office/drawing/2014/main" id="{69BE97B1-E4D2-AA2A-1E85-0D5987351359}"/>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9452"/>
            <a:ext cx="1504649" cy="2286000"/>
          </a:xfrm>
          <a:prstGeom prst="rect">
            <a:avLst/>
          </a:prstGeom>
        </p:spPr>
      </p:pic>
      <p:pic>
        <p:nvPicPr>
          <p:cNvPr id="15" name="Graphic 14">
            <a:extLst>
              <a:ext uri="{FF2B5EF4-FFF2-40B4-BE49-F238E27FC236}">
                <a16:creationId xmlns:a16="http://schemas.microsoft.com/office/drawing/2014/main" id="{F227120C-DBC1-2EDA-E58C-E1DAD7E550FD}"/>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83283" r="50000"/>
          <a:stretch/>
        </p:blipFill>
        <p:spPr>
          <a:xfrm>
            <a:off x="0" y="5731979"/>
            <a:ext cx="6096000" cy="1146408"/>
          </a:xfrm>
          <a:prstGeom prst="rect">
            <a:avLst/>
          </a:prstGeom>
        </p:spPr>
      </p:pic>
      <p:pic>
        <p:nvPicPr>
          <p:cNvPr id="17" name="Graphic 16">
            <a:extLst>
              <a:ext uri="{FF2B5EF4-FFF2-40B4-BE49-F238E27FC236}">
                <a16:creationId xmlns:a16="http://schemas.microsoft.com/office/drawing/2014/main" id="{3FDA3437-5725-1727-4B8A-FCE595561932}"/>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 b="50186"/>
          <a:stretch/>
        </p:blipFill>
        <p:spPr>
          <a:xfrm rot="10800000">
            <a:off x="1504646" y="5731981"/>
            <a:ext cx="2286000" cy="1138718"/>
          </a:xfrm>
          <a:prstGeom prst="rect">
            <a:avLst/>
          </a:prstGeom>
        </p:spPr>
      </p:pic>
      <p:pic>
        <p:nvPicPr>
          <p:cNvPr id="18" name="Graphic 17">
            <a:extLst>
              <a:ext uri="{FF2B5EF4-FFF2-40B4-BE49-F238E27FC236}">
                <a16:creationId xmlns:a16="http://schemas.microsoft.com/office/drawing/2014/main" id="{35C8D2AF-CEDF-4131-723C-91569E90C29F}"/>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dirty="0"/>
              <a:t>Click to edit Master title style</a:t>
            </a:r>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marL="0" indent="0">
              <a:lnSpc>
                <a:spcPct val="90000"/>
              </a:lnSpc>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91456" y="1536827"/>
            <a:ext cx="5650992" cy="4480560"/>
          </a:xfrm>
        </p:spPr>
        <p:txBody>
          <a:bodyPr>
            <a:normAutofit/>
          </a:bodyPr>
          <a:lstStyle>
            <a:lvl1pPr marL="0" indent="0">
              <a:lnSpc>
                <a:spcPct val="90000"/>
              </a:lnSpc>
              <a:spcBef>
                <a:spcPts val="1000"/>
              </a:spcBef>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5327402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03">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F227120C-DBC1-2EDA-E58C-E1DAD7E550FD}"/>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83283" r="50000"/>
          <a:stretch/>
        </p:blipFill>
        <p:spPr>
          <a:xfrm>
            <a:off x="0" y="5731979"/>
            <a:ext cx="6096000" cy="1146408"/>
          </a:xfrm>
          <a:prstGeom prst="rect">
            <a:avLst/>
          </a:prstGeom>
        </p:spPr>
      </p:pic>
      <p:pic>
        <p:nvPicPr>
          <p:cNvPr id="17" name="Graphic 16">
            <a:extLst>
              <a:ext uri="{FF2B5EF4-FFF2-40B4-BE49-F238E27FC236}">
                <a16:creationId xmlns:a16="http://schemas.microsoft.com/office/drawing/2014/main" id="{3FDA3437-5725-1727-4B8A-FCE595561932}"/>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 b="50186"/>
          <a:stretch/>
        </p:blipFill>
        <p:spPr>
          <a:xfrm rot="10800000">
            <a:off x="1504646" y="5731981"/>
            <a:ext cx="2286000" cy="1138718"/>
          </a:xfrm>
          <a:prstGeom prst="rect">
            <a:avLst/>
          </a:prstGeom>
        </p:spPr>
      </p:pic>
      <p:pic>
        <p:nvPicPr>
          <p:cNvPr id="18" name="Graphic 17">
            <a:extLst>
              <a:ext uri="{FF2B5EF4-FFF2-40B4-BE49-F238E27FC236}">
                <a16:creationId xmlns:a16="http://schemas.microsoft.com/office/drawing/2014/main" id="{35C8D2AF-CEDF-4131-723C-91569E90C29F}"/>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dirty="0"/>
              <a:t>Click to edit Master title style</a:t>
            </a:r>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marL="342900" indent="-342900">
              <a:lnSpc>
                <a:spcPct val="90000"/>
              </a:lnSpc>
              <a:spcAft>
                <a:spcPts val="1800"/>
              </a:spcAft>
              <a:buSzPct val="100000"/>
              <a:buFont typeface="Arial" panose="020B0604020202020204" pitchFamily="34" charset="0"/>
              <a:buChar char="•"/>
              <a:defRPr sz="2000"/>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27448" y="1536827"/>
            <a:ext cx="6592824" cy="4480560"/>
          </a:xfrm>
        </p:spPr>
        <p:txBody>
          <a:bodyPr>
            <a:normAutofit/>
          </a:bodyPr>
          <a:lstStyle>
            <a:lvl1pPr marL="0" indent="0">
              <a:lnSpc>
                <a:spcPct val="90000"/>
              </a:lnSpc>
              <a:spcBef>
                <a:spcPts val="1000"/>
              </a:spcBef>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pic>
        <p:nvPicPr>
          <p:cNvPr id="5" name="Graphic 4">
            <a:extLst>
              <a:ext uri="{FF2B5EF4-FFF2-40B4-BE49-F238E27FC236}">
                <a16:creationId xmlns:a16="http://schemas.microsoft.com/office/drawing/2014/main" id="{3FD831DA-EDBD-A492-3E6D-6ABBF4438FC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87659" b="83148"/>
          <a:stretch/>
        </p:blipFill>
        <p:spPr>
          <a:xfrm>
            <a:off x="10687350" y="12700"/>
            <a:ext cx="1504649" cy="1155700"/>
          </a:xfrm>
          <a:prstGeom prst="rect">
            <a:avLst/>
          </a:prstGeom>
        </p:spPr>
      </p:pic>
      <p:pic>
        <p:nvPicPr>
          <p:cNvPr id="6" name="Graphic 5">
            <a:extLst>
              <a:ext uri="{FF2B5EF4-FFF2-40B4-BE49-F238E27FC236}">
                <a16:creationId xmlns:a16="http://schemas.microsoft.com/office/drawing/2014/main" id="{00071AEB-E268-A464-7197-69FA762C3C5E}"/>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49444"/>
          <a:stretch/>
        </p:blipFill>
        <p:spPr>
          <a:xfrm>
            <a:off x="10687351" y="9452"/>
            <a:ext cx="1504649" cy="1155700"/>
          </a:xfrm>
          <a:prstGeom prst="rect">
            <a:avLst/>
          </a:prstGeom>
        </p:spPr>
      </p:pic>
    </p:spTree>
    <p:extLst>
      <p:ext uri="{BB962C8B-B14F-4D97-AF65-F5344CB8AC3E}">
        <p14:creationId xmlns:p14="http://schemas.microsoft.com/office/powerpoint/2010/main" val="29692875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03">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EC5788EE-4EDA-20FA-8EB9-2F0639E8A2B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50000" t="1" b="49999"/>
          <a:stretch/>
        </p:blipFill>
        <p:spPr>
          <a:xfrm>
            <a:off x="6096000" y="0"/>
            <a:ext cx="6095999" cy="3429000"/>
          </a:xfrm>
          <a:prstGeom prst="rect">
            <a:avLst/>
          </a:prstGeom>
        </p:spPr>
      </p:pic>
      <p:pic>
        <p:nvPicPr>
          <p:cNvPr id="8" name="Graphic 7">
            <a:extLst>
              <a:ext uri="{FF2B5EF4-FFF2-40B4-BE49-F238E27FC236}">
                <a16:creationId xmlns:a16="http://schemas.microsoft.com/office/drawing/2014/main" id="{9D053CA0-7A9F-FC49-AD3F-F3280344D76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83283" r="50000"/>
          <a:stretch/>
        </p:blipFill>
        <p:spPr>
          <a:xfrm>
            <a:off x="0" y="5731979"/>
            <a:ext cx="6096000" cy="1146408"/>
          </a:xfrm>
          <a:prstGeom prst="rect">
            <a:avLst/>
          </a:prstGeom>
        </p:spPr>
      </p:pic>
      <p:pic>
        <p:nvPicPr>
          <p:cNvPr id="10" name="Graphic 9">
            <a:extLst>
              <a:ext uri="{FF2B5EF4-FFF2-40B4-BE49-F238E27FC236}">
                <a16:creationId xmlns:a16="http://schemas.microsoft.com/office/drawing/2014/main" id="{767F6939-7B7E-F49F-8219-DC8CDAC85D5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1354" y="9452"/>
            <a:ext cx="2286000" cy="2286000"/>
          </a:xfrm>
          <a:prstGeom prst="rect">
            <a:avLst/>
          </a:prstGeom>
        </p:spPr>
      </p:pic>
      <p:pic>
        <p:nvPicPr>
          <p:cNvPr id="11" name="Graphic 10">
            <a:extLst>
              <a:ext uri="{FF2B5EF4-FFF2-40B4-BE49-F238E27FC236}">
                <a16:creationId xmlns:a16="http://schemas.microsoft.com/office/drawing/2014/main" id="{FACCA700-291A-CD50-0CF3-749300C8D7A4}"/>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9452"/>
            <a:ext cx="1504649" cy="2286000"/>
          </a:xfrm>
          <a:prstGeom prst="rect">
            <a:avLst/>
          </a:prstGeom>
        </p:spPr>
      </p:pic>
      <p:pic>
        <p:nvPicPr>
          <p:cNvPr id="12" name="Graphic 11">
            <a:extLst>
              <a:ext uri="{FF2B5EF4-FFF2-40B4-BE49-F238E27FC236}">
                <a16:creationId xmlns:a16="http://schemas.microsoft.com/office/drawing/2014/main" id="{0EFADD4D-8EF2-3DF8-F5F4-9459752D546F}"/>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 b="50186"/>
          <a:stretch/>
        </p:blipFill>
        <p:spPr>
          <a:xfrm rot="10800000">
            <a:off x="1504646" y="5731981"/>
            <a:ext cx="2286000" cy="1138718"/>
          </a:xfrm>
          <a:prstGeom prst="rect">
            <a:avLst/>
          </a:prstGeom>
        </p:spPr>
      </p:pic>
      <p:pic>
        <p:nvPicPr>
          <p:cNvPr id="13" name="Graphic 12">
            <a:extLst>
              <a:ext uri="{FF2B5EF4-FFF2-40B4-BE49-F238E27FC236}">
                <a16:creationId xmlns:a16="http://schemas.microsoft.com/office/drawing/2014/main" id="{B5B36F67-81DA-36AC-5D17-0172FF5A70CA}"/>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dirty="0"/>
              <a:t>Click to edit Master title style</a:t>
            </a:r>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841248" y="1527048"/>
            <a:ext cx="10479024" cy="4498848"/>
          </a:xfrm>
        </p:spPr>
        <p:txBody>
          <a:bodyPr>
            <a:normAutofit/>
          </a:bodyPr>
          <a:lstStyle>
            <a:lvl1pPr marL="0" indent="0">
              <a:lnSpc>
                <a:spcPct val="90000"/>
              </a:lnSpc>
              <a:spcBef>
                <a:spcPts val="1000"/>
              </a:spcBef>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31634631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with image 03">
    <p:bg>
      <p:bgPr>
        <a:solidFill>
          <a:schemeClr val="accent6">
            <a:lumMod val="50000"/>
          </a:schemeClr>
        </a:solidFill>
        <a:effectLst/>
      </p:bgPr>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7E35C9AB-B94F-CACD-3F8A-C5FE3B695994}"/>
              </a:ext>
            </a:extLst>
          </p:cNvPr>
          <p:cNvSpPr>
            <a:spLocks noGrp="1"/>
          </p:cNvSpPr>
          <p:nvPr>
            <p:ph type="pic" sz="quarter" idx="11"/>
          </p:nvPr>
        </p:nvSpPr>
        <p:spPr>
          <a:xfrm>
            <a:off x="6092952" y="0"/>
            <a:ext cx="6099048" cy="6876288"/>
          </a:xfrm>
          <a:solidFill>
            <a:schemeClr val="accent6">
              <a:lumMod val="75000"/>
            </a:schemeClr>
          </a:solidFill>
        </p:spPr>
        <p:txBody>
          <a:bodyPr/>
          <a:lstStyle>
            <a:lvl1pPr marL="0" indent="0" algn="l">
              <a:buNone/>
              <a:defRPr>
                <a:solidFill>
                  <a:schemeClr val="bg1"/>
                </a:solidFill>
              </a:defRPr>
            </a:lvl1pPr>
          </a:lstStyle>
          <a:p>
            <a:endParaRPr lang="en-US" dirty="0"/>
          </a:p>
        </p:txBody>
      </p:sp>
      <p:sp>
        <p:nvSpPr>
          <p:cNvPr id="124" name="Title 123">
            <a:extLst>
              <a:ext uri="{FF2B5EF4-FFF2-40B4-BE49-F238E27FC236}">
                <a16:creationId xmlns:a16="http://schemas.microsoft.com/office/drawing/2014/main" id="{5EF8E4BF-2FB4-FFDD-E565-805C476240FE}"/>
              </a:ext>
            </a:extLst>
          </p:cNvPr>
          <p:cNvSpPr>
            <a:spLocks noGrp="1"/>
          </p:cNvSpPr>
          <p:nvPr>
            <p:ph type="title"/>
          </p:nvPr>
        </p:nvSpPr>
        <p:spPr>
          <a:xfrm>
            <a:off x="841244" y="832104"/>
            <a:ext cx="6099048" cy="5219236"/>
          </a:xfrm>
        </p:spPr>
        <p:txBody>
          <a:bodyPr anchor="t"/>
          <a:lstStyle>
            <a:lvl1pPr>
              <a:lnSpc>
                <a:spcPct val="75000"/>
              </a:lnSpc>
              <a:defRPr sz="8000" b="0" spc="0" baseline="0">
                <a:solidFill>
                  <a:schemeClr val="bg1"/>
                </a:solidFill>
                <a:latin typeface="+mn-lt"/>
              </a:defRPr>
            </a:lvl1pPr>
          </a:lstStyle>
          <a:p>
            <a:r>
              <a:rPr lang="en-US" dirty="0"/>
              <a:t>Click to edit Master title style</a:t>
            </a:r>
          </a:p>
        </p:txBody>
      </p:sp>
      <p:sp>
        <p:nvSpPr>
          <p:cNvPr id="123" name="Text Placeholder 122">
            <a:extLst>
              <a:ext uri="{FF2B5EF4-FFF2-40B4-BE49-F238E27FC236}">
                <a16:creationId xmlns:a16="http://schemas.microsoft.com/office/drawing/2014/main" id="{25C59923-6546-AB3B-534C-22113CD9D671}"/>
              </a:ext>
            </a:extLst>
          </p:cNvPr>
          <p:cNvSpPr>
            <a:spLocks noGrp="1"/>
          </p:cNvSpPr>
          <p:nvPr>
            <p:ph type="body" sz="quarter" idx="15"/>
          </p:nvPr>
        </p:nvSpPr>
        <p:spPr>
          <a:xfrm>
            <a:off x="8401353" y="-1"/>
            <a:ext cx="3790650" cy="1155691"/>
          </a:xfrm>
          <a:custGeom>
            <a:avLst/>
            <a:gdLst>
              <a:gd name="connsiteX0" fmla="*/ 2293575 w 3790650"/>
              <a:gd name="connsiteY0" fmla="*/ 0 h 1155691"/>
              <a:gd name="connsiteX1" fmla="*/ 3790650 w 3790650"/>
              <a:gd name="connsiteY1" fmla="*/ 0 h 1155691"/>
              <a:gd name="connsiteX2" fmla="*/ 3790650 w 3790650"/>
              <a:gd name="connsiteY2" fmla="*/ 1098632 h 1155691"/>
              <a:gd name="connsiteX3" fmla="*/ 3775153 w 3790650"/>
              <a:gd name="connsiteY3" fmla="*/ 1104304 h 1155691"/>
              <a:gd name="connsiteX4" fmla="*/ 3435268 w 3790650"/>
              <a:gd name="connsiteY4" fmla="*/ 1155691 h 1155691"/>
              <a:gd name="connsiteX5" fmla="*/ 2292295 w 3790650"/>
              <a:gd name="connsiteY5" fmla="*/ 12701 h 1155691"/>
              <a:gd name="connsiteX6" fmla="*/ 1280 w 3790650"/>
              <a:gd name="connsiteY6" fmla="*/ 0 h 1155691"/>
              <a:gd name="connsiteX7" fmla="*/ 2284665 w 3790650"/>
              <a:gd name="connsiteY7" fmla="*/ 0 h 1155691"/>
              <a:gd name="connsiteX8" fmla="*/ 2285945 w 3790650"/>
              <a:gd name="connsiteY8" fmla="*/ 12701 h 1155691"/>
              <a:gd name="connsiteX9" fmla="*/ 1142973 w 3790650"/>
              <a:gd name="connsiteY9" fmla="*/ 1155691 h 1155691"/>
              <a:gd name="connsiteX10" fmla="*/ 0 w 3790650"/>
              <a:gd name="connsiteY10" fmla="*/ 12701 h 1155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0650" h="1155691">
                <a:moveTo>
                  <a:pt x="2293575" y="0"/>
                </a:moveTo>
                <a:lnTo>
                  <a:pt x="3790650" y="0"/>
                </a:lnTo>
                <a:lnTo>
                  <a:pt x="3790650" y="1098632"/>
                </a:lnTo>
                <a:lnTo>
                  <a:pt x="3775153" y="1104304"/>
                </a:lnTo>
                <a:cubicBezTo>
                  <a:pt x="3667783" y="1137700"/>
                  <a:pt x="3553627" y="1155691"/>
                  <a:pt x="3435268" y="1155691"/>
                </a:cubicBezTo>
                <a:cubicBezTo>
                  <a:pt x="2804021" y="1155691"/>
                  <a:pt x="2292295" y="643957"/>
                  <a:pt x="2292295" y="12701"/>
                </a:cubicBezTo>
                <a:close/>
                <a:moveTo>
                  <a:pt x="1280" y="0"/>
                </a:moveTo>
                <a:lnTo>
                  <a:pt x="2284665" y="0"/>
                </a:lnTo>
                <a:lnTo>
                  <a:pt x="2285945" y="12701"/>
                </a:lnTo>
                <a:cubicBezTo>
                  <a:pt x="2285945" y="643957"/>
                  <a:pt x="1774219" y="1155691"/>
                  <a:pt x="1142973" y="1155691"/>
                </a:cubicBezTo>
                <a:cubicBezTo>
                  <a:pt x="511726" y="1155691"/>
                  <a:pt x="0" y="643957"/>
                  <a:pt x="0" y="12701"/>
                </a:cubicBezTo>
                <a:close/>
              </a:path>
            </a:pathLst>
          </a:custGeom>
          <a:solidFill>
            <a:schemeClr val="accent6">
              <a:lumMod val="75000"/>
              <a:alpha val="25000"/>
            </a:schemeClr>
          </a:solidFill>
        </p:spPr>
        <p:txBody>
          <a:bodyPr wrap="square">
            <a:noAutofit/>
          </a:bodyPr>
          <a:lstStyle>
            <a:lvl1pPr>
              <a:defRPr>
                <a:noFill/>
              </a:defRPr>
            </a:lvl1pPr>
          </a:lstStyle>
          <a:p>
            <a:pPr lvl="0"/>
            <a:endParaRPr lang="en-US" dirty="0"/>
          </a:p>
        </p:txBody>
      </p:sp>
      <p:sp>
        <p:nvSpPr>
          <p:cNvPr id="48" name="Text Placeholder 47">
            <a:extLst>
              <a:ext uri="{FF2B5EF4-FFF2-40B4-BE49-F238E27FC236}">
                <a16:creationId xmlns:a16="http://schemas.microsoft.com/office/drawing/2014/main" id="{880C9A0C-95B8-C535-9B78-63FDB782BE10}"/>
              </a:ext>
            </a:extLst>
          </p:cNvPr>
          <p:cNvSpPr>
            <a:spLocks noGrp="1"/>
          </p:cNvSpPr>
          <p:nvPr>
            <p:ph type="body" sz="quarter" idx="12"/>
          </p:nvPr>
        </p:nvSpPr>
        <p:spPr>
          <a:xfrm>
            <a:off x="-3" y="5727700"/>
            <a:ext cx="12192003" cy="1130300"/>
          </a:xfrm>
          <a:custGeom>
            <a:avLst/>
            <a:gdLst>
              <a:gd name="connsiteX0" fmla="*/ 11823828 w 12192003"/>
              <a:gd name="connsiteY0" fmla="*/ 0 h 1130300"/>
              <a:gd name="connsiteX1" fmla="*/ 12163721 w 12192003"/>
              <a:gd name="connsiteY1" fmla="*/ 51387 h 1130300"/>
              <a:gd name="connsiteX2" fmla="*/ 12192003 w 12192003"/>
              <a:gd name="connsiteY2" fmla="*/ 61738 h 1130300"/>
              <a:gd name="connsiteX3" fmla="*/ 12192003 w 12192003"/>
              <a:gd name="connsiteY3" fmla="*/ 1130300 h 1130300"/>
              <a:gd name="connsiteX4" fmla="*/ 10681469 w 12192003"/>
              <a:gd name="connsiteY4" fmla="*/ 1130300 h 1130300"/>
              <a:gd name="connsiteX5" fmla="*/ 10686729 w 12192003"/>
              <a:gd name="connsiteY5" fmla="*/ 1026126 h 1130300"/>
              <a:gd name="connsiteX6" fmla="*/ 11823828 w 12192003"/>
              <a:gd name="connsiteY6" fmla="*/ 0 h 1130300"/>
              <a:gd name="connsiteX7" fmla="*/ 9531478 w 12192003"/>
              <a:gd name="connsiteY7" fmla="*/ 0 h 1130300"/>
              <a:gd name="connsiteX8" fmla="*/ 10668577 w 12192003"/>
              <a:gd name="connsiteY8" fmla="*/ 1026126 h 1130300"/>
              <a:gd name="connsiteX9" fmla="*/ 10673837 w 12192003"/>
              <a:gd name="connsiteY9" fmla="*/ 1130300 h 1130300"/>
              <a:gd name="connsiteX10" fmla="*/ 8389119 w 12192003"/>
              <a:gd name="connsiteY10" fmla="*/ 1130300 h 1130300"/>
              <a:gd name="connsiteX11" fmla="*/ 8394379 w 12192003"/>
              <a:gd name="connsiteY11" fmla="*/ 1026126 h 1130300"/>
              <a:gd name="connsiteX12" fmla="*/ 9531478 w 12192003"/>
              <a:gd name="connsiteY12" fmla="*/ 0 h 1130300"/>
              <a:gd name="connsiteX13" fmla="*/ 7239129 w 12192003"/>
              <a:gd name="connsiteY13" fmla="*/ 0 h 1130300"/>
              <a:gd name="connsiteX14" fmla="*/ 8376227 w 12192003"/>
              <a:gd name="connsiteY14" fmla="*/ 1026126 h 1130300"/>
              <a:gd name="connsiteX15" fmla="*/ 8381487 w 12192003"/>
              <a:gd name="connsiteY15" fmla="*/ 1130300 h 1130300"/>
              <a:gd name="connsiteX16" fmla="*/ 6096769 w 12192003"/>
              <a:gd name="connsiteY16" fmla="*/ 1130300 h 1130300"/>
              <a:gd name="connsiteX17" fmla="*/ 6102029 w 12192003"/>
              <a:gd name="connsiteY17" fmla="*/ 1026126 h 1130300"/>
              <a:gd name="connsiteX18" fmla="*/ 7239129 w 12192003"/>
              <a:gd name="connsiteY18" fmla="*/ 0 h 1130300"/>
              <a:gd name="connsiteX19" fmla="*/ 4946780 w 12192003"/>
              <a:gd name="connsiteY19" fmla="*/ 0 h 1130300"/>
              <a:gd name="connsiteX20" fmla="*/ 6083878 w 12192003"/>
              <a:gd name="connsiteY20" fmla="*/ 1026126 h 1130300"/>
              <a:gd name="connsiteX21" fmla="*/ 6089139 w 12192003"/>
              <a:gd name="connsiteY21" fmla="*/ 1130300 h 1130300"/>
              <a:gd name="connsiteX22" fmla="*/ 3804423 w 12192003"/>
              <a:gd name="connsiteY22" fmla="*/ 1130300 h 1130300"/>
              <a:gd name="connsiteX23" fmla="*/ 3809684 w 12192003"/>
              <a:gd name="connsiteY23" fmla="*/ 1026126 h 1130300"/>
              <a:gd name="connsiteX24" fmla="*/ 4946780 w 12192003"/>
              <a:gd name="connsiteY24" fmla="*/ 0 h 1130300"/>
              <a:gd name="connsiteX25" fmla="*/ 2654431 w 12192003"/>
              <a:gd name="connsiteY25" fmla="*/ 0 h 1130300"/>
              <a:gd name="connsiteX26" fmla="*/ 3791530 w 12192003"/>
              <a:gd name="connsiteY26" fmla="*/ 1026126 h 1130300"/>
              <a:gd name="connsiteX27" fmla="*/ 3796791 w 12192003"/>
              <a:gd name="connsiteY27" fmla="*/ 1130300 h 1130300"/>
              <a:gd name="connsiteX28" fmla="*/ 1512072 w 12192003"/>
              <a:gd name="connsiteY28" fmla="*/ 1130300 h 1130300"/>
              <a:gd name="connsiteX29" fmla="*/ 1517332 w 12192003"/>
              <a:gd name="connsiteY29" fmla="*/ 1026126 h 1130300"/>
              <a:gd name="connsiteX30" fmla="*/ 2654431 w 12192003"/>
              <a:gd name="connsiteY30" fmla="*/ 0 h 1130300"/>
              <a:gd name="connsiteX31" fmla="*/ 362080 w 12192003"/>
              <a:gd name="connsiteY31" fmla="*/ 0 h 1130300"/>
              <a:gd name="connsiteX32" fmla="*/ 1499179 w 12192003"/>
              <a:gd name="connsiteY32" fmla="*/ 1026126 h 1130300"/>
              <a:gd name="connsiteX33" fmla="*/ 1504439 w 12192003"/>
              <a:gd name="connsiteY33" fmla="*/ 1130300 h 1130300"/>
              <a:gd name="connsiteX34" fmla="*/ 0 w 12192003"/>
              <a:gd name="connsiteY34" fmla="*/ 1130300 h 1130300"/>
              <a:gd name="connsiteX35" fmla="*/ 0 w 12192003"/>
              <a:gd name="connsiteY35" fmla="*/ 59507 h 1130300"/>
              <a:gd name="connsiteX36" fmla="*/ 22187 w 12192003"/>
              <a:gd name="connsiteY36" fmla="*/ 51387 h 1130300"/>
              <a:gd name="connsiteX37" fmla="*/ 362080 w 12192003"/>
              <a:gd name="connsiteY37" fmla="*/ 0 h 1130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192003" h="1130300">
                <a:moveTo>
                  <a:pt x="11823828" y="0"/>
                </a:moveTo>
                <a:cubicBezTo>
                  <a:pt x="11942189" y="0"/>
                  <a:pt x="12056349" y="17991"/>
                  <a:pt x="12163721" y="51387"/>
                </a:cubicBezTo>
                <a:lnTo>
                  <a:pt x="12192003" y="61738"/>
                </a:lnTo>
                <a:lnTo>
                  <a:pt x="12192003" y="1130300"/>
                </a:lnTo>
                <a:lnTo>
                  <a:pt x="10681469" y="1130300"/>
                </a:lnTo>
                <a:lnTo>
                  <a:pt x="10686729" y="1026126"/>
                </a:lnTo>
                <a:cubicBezTo>
                  <a:pt x="10745262" y="449767"/>
                  <a:pt x="11232021" y="0"/>
                  <a:pt x="11823828" y="0"/>
                </a:cubicBezTo>
                <a:close/>
                <a:moveTo>
                  <a:pt x="9531478" y="0"/>
                </a:moveTo>
                <a:cubicBezTo>
                  <a:pt x="10123285" y="0"/>
                  <a:pt x="10610044" y="449767"/>
                  <a:pt x="10668577" y="1026126"/>
                </a:cubicBezTo>
                <a:lnTo>
                  <a:pt x="10673837" y="1130300"/>
                </a:lnTo>
                <a:lnTo>
                  <a:pt x="8389119" y="1130300"/>
                </a:lnTo>
                <a:lnTo>
                  <a:pt x="8394379" y="1026126"/>
                </a:lnTo>
                <a:cubicBezTo>
                  <a:pt x="8452912" y="449767"/>
                  <a:pt x="8939671" y="0"/>
                  <a:pt x="9531478" y="0"/>
                </a:cubicBezTo>
                <a:close/>
                <a:moveTo>
                  <a:pt x="7239129" y="0"/>
                </a:moveTo>
                <a:cubicBezTo>
                  <a:pt x="7830936" y="0"/>
                  <a:pt x="8317694" y="449767"/>
                  <a:pt x="8376227" y="1026126"/>
                </a:cubicBezTo>
                <a:lnTo>
                  <a:pt x="8381487" y="1130300"/>
                </a:lnTo>
                <a:lnTo>
                  <a:pt x="6096769" y="1130300"/>
                </a:lnTo>
                <a:lnTo>
                  <a:pt x="6102029" y="1026126"/>
                </a:lnTo>
                <a:cubicBezTo>
                  <a:pt x="6160563" y="449767"/>
                  <a:pt x="6647322" y="0"/>
                  <a:pt x="7239129" y="0"/>
                </a:cubicBezTo>
                <a:close/>
                <a:moveTo>
                  <a:pt x="4946780" y="0"/>
                </a:moveTo>
                <a:cubicBezTo>
                  <a:pt x="5538587" y="0"/>
                  <a:pt x="6025345" y="449767"/>
                  <a:pt x="6083878" y="1026126"/>
                </a:cubicBezTo>
                <a:lnTo>
                  <a:pt x="6089139" y="1130300"/>
                </a:lnTo>
                <a:lnTo>
                  <a:pt x="3804423" y="1130300"/>
                </a:lnTo>
                <a:lnTo>
                  <a:pt x="3809684" y="1026126"/>
                </a:lnTo>
                <a:cubicBezTo>
                  <a:pt x="3868216" y="449767"/>
                  <a:pt x="4354972" y="0"/>
                  <a:pt x="4946780" y="0"/>
                </a:cubicBezTo>
                <a:close/>
                <a:moveTo>
                  <a:pt x="2654431" y="0"/>
                </a:moveTo>
                <a:cubicBezTo>
                  <a:pt x="3246238" y="0"/>
                  <a:pt x="3732997" y="449767"/>
                  <a:pt x="3791530" y="1026126"/>
                </a:cubicBezTo>
                <a:lnTo>
                  <a:pt x="3796791" y="1130300"/>
                </a:lnTo>
                <a:lnTo>
                  <a:pt x="1512072" y="1130300"/>
                </a:lnTo>
                <a:lnTo>
                  <a:pt x="1517332" y="1026126"/>
                </a:lnTo>
                <a:cubicBezTo>
                  <a:pt x="1575865" y="449767"/>
                  <a:pt x="2062624" y="0"/>
                  <a:pt x="2654431" y="0"/>
                </a:cubicBezTo>
                <a:close/>
                <a:moveTo>
                  <a:pt x="362080" y="0"/>
                </a:moveTo>
                <a:cubicBezTo>
                  <a:pt x="953887" y="0"/>
                  <a:pt x="1440646" y="449767"/>
                  <a:pt x="1499179" y="1026126"/>
                </a:cubicBezTo>
                <a:lnTo>
                  <a:pt x="1504439" y="1130300"/>
                </a:lnTo>
                <a:lnTo>
                  <a:pt x="0" y="1130300"/>
                </a:lnTo>
                <a:lnTo>
                  <a:pt x="0" y="59507"/>
                </a:lnTo>
                <a:lnTo>
                  <a:pt x="22187" y="51387"/>
                </a:lnTo>
                <a:cubicBezTo>
                  <a:pt x="129559" y="17991"/>
                  <a:pt x="243719" y="0"/>
                  <a:pt x="362080" y="0"/>
                </a:cubicBezTo>
                <a:close/>
              </a:path>
            </a:pathLst>
          </a:custGeom>
          <a:solidFill>
            <a:schemeClr val="accent6">
              <a:lumMod val="75000"/>
              <a:alpha val="25000"/>
            </a:schemeClr>
          </a:solidFill>
        </p:spPr>
        <p:txBody>
          <a:bodyPr wrap="square">
            <a:noAutofit/>
          </a:bodyPr>
          <a:lstStyle>
            <a:lvl1pPr>
              <a:defRPr>
                <a:noFill/>
              </a:defRPr>
            </a:lvl1pPr>
          </a:lstStyle>
          <a:p>
            <a:pPr lvl="0"/>
            <a:endParaRPr lang="en-US" dirty="0"/>
          </a:p>
        </p:txBody>
      </p:sp>
      <p:sp>
        <p:nvSpPr>
          <p:cNvPr id="62" name="Text Placeholder 61">
            <a:extLst>
              <a:ext uri="{FF2B5EF4-FFF2-40B4-BE49-F238E27FC236}">
                <a16:creationId xmlns:a16="http://schemas.microsoft.com/office/drawing/2014/main" id="{70972619-C968-1257-58C9-0DC661642915}"/>
              </a:ext>
            </a:extLst>
          </p:cNvPr>
          <p:cNvSpPr>
            <a:spLocks noGrp="1"/>
          </p:cNvSpPr>
          <p:nvPr>
            <p:ph type="body" sz="quarter" idx="13"/>
          </p:nvPr>
        </p:nvSpPr>
        <p:spPr>
          <a:xfrm>
            <a:off x="0" y="5724189"/>
            <a:ext cx="1503729" cy="1133811"/>
          </a:xfrm>
          <a:custGeom>
            <a:avLst/>
            <a:gdLst>
              <a:gd name="connsiteX0" fmla="*/ 367995 w 1503729"/>
              <a:gd name="connsiteY0" fmla="*/ 19 h 1133811"/>
              <a:gd name="connsiteX1" fmla="*/ 1481576 w 1503729"/>
              <a:gd name="connsiteY1" fmla="*/ 913359 h 1133811"/>
              <a:gd name="connsiteX2" fmla="*/ 1503729 w 1503729"/>
              <a:gd name="connsiteY2" fmla="*/ 1133811 h 1133811"/>
              <a:gd name="connsiteX3" fmla="*/ 1371482 w 1503729"/>
              <a:gd name="connsiteY3" fmla="*/ 1133811 h 1133811"/>
              <a:gd name="connsiteX4" fmla="*/ 1275407 w 1503729"/>
              <a:gd name="connsiteY4" fmla="*/ 1118667 h 1133811"/>
              <a:gd name="connsiteX5" fmla="*/ 367995 w 1503729"/>
              <a:gd name="connsiteY5" fmla="*/ 19 h 1133811"/>
              <a:gd name="connsiteX6" fmla="*/ 367996 w 1503729"/>
              <a:gd name="connsiteY6" fmla="*/ 0 h 1133811"/>
              <a:gd name="connsiteX7" fmla="*/ 33218 w 1503729"/>
              <a:gd name="connsiteY7" fmla="*/ 808204 h 1133811"/>
              <a:gd name="connsiteX8" fmla="*/ 0 w 1503729"/>
              <a:gd name="connsiteY8" fmla="*/ 838393 h 1133811"/>
              <a:gd name="connsiteX9" fmla="*/ 0 w 1503729"/>
              <a:gd name="connsiteY9" fmla="*/ 61671 h 1133811"/>
              <a:gd name="connsiteX10" fmla="*/ 28102 w 1503729"/>
              <a:gd name="connsiteY10" fmla="*/ 51386 h 1133811"/>
              <a:gd name="connsiteX11" fmla="*/ 367996 w 1503729"/>
              <a:gd name="connsiteY11" fmla="*/ 0 h 113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03729" h="1133811">
                <a:moveTo>
                  <a:pt x="367995" y="19"/>
                </a:moveTo>
                <a:cubicBezTo>
                  <a:pt x="917788" y="3008"/>
                  <a:pt x="1375686" y="394157"/>
                  <a:pt x="1481576" y="913359"/>
                </a:cubicBezTo>
                <a:lnTo>
                  <a:pt x="1503729" y="1133811"/>
                </a:lnTo>
                <a:lnTo>
                  <a:pt x="1371482" y="1133811"/>
                </a:lnTo>
                <a:lnTo>
                  <a:pt x="1275407" y="1118667"/>
                </a:lnTo>
                <a:cubicBezTo>
                  <a:pt x="757177" y="1010082"/>
                  <a:pt x="368000" y="550498"/>
                  <a:pt x="367995" y="19"/>
                </a:cubicBezTo>
                <a:close/>
                <a:moveTo>
                  <a:pt x="367996" y="0"/>
                </a:moveTo>
                <a:cubicBezTo>
                  <a:pt x="367996" y="315623"/>
                  <a:pt x="240061" y="601366"/>
                  <a:pt x="33218" y="808204"/>
                </a:cubicBezTo>
                <a:lnTo>
                  <a:pt x="0" y="838393"/>
                </a:lnTo>
                <a:lnTo>
                  <a:pt x="0" y="61671"/>
                </a:lnTo>
                <a:lnTo>
                  <a:pt x="28102" y="51386"/>
                </a:lnTo>
                <a:cubicBezTo>
                  <a:pt x="135475" y="17991"/>
                  <a:pt x="249634" y="0"/>
                  <a:pt x="367996" y="0"/>
                </a:cubicBezTo>
                <a:close/>
              </a:path>
            </a:pathLst>
          </a:custGeom>
          <a:solidFill>
            <a:schemeClr val="accent6">
              <a:lumMod val="60000"/>
              <a:lumOff val="40000"/>
              <a:alpha val="20000"/>
            </a:schemeClr>
          </a:solidFill>
          <a:ln w="4154" cap="flat">
            <a:noFill/>
            <a:prstDash val="solid"/>
            <a:miter/>
          </a:ln>
        </p:spPr>
        <p:txBody>
          <a:bodyPr wrap="square">
            <a:noAutofit/>
          </a:bodyPr>
          <a:lstStyle>
            <a:lvl1pPr>
              <a:defRPr>
                <a:noFill/>
              </a:defRPr>
            </a:lvl1pPr>
          </a:lstStyle>
          <a:p>
            <a:pPr lvl="0"/>
            <a:endParaRPr lang="en-US" dirty="0"/>
          </a:p>
        </p:txBody>
      </p:sp>
      <p:sp>
        <p:nvSpPr>
          <p:cNvPr id="93" name="Text Placeholder 92">
            <a:extLst>
              <a:ext uri="{FF2B5EF4-FFF2-40B4-BE49-F238E27FC236}">
                <a16:creationId xmlns:a16="http://schemas.microsoft.com/office/drawing/2014/main" id="{0A4A3873-48BC-94DF-6006-FC7F81660A5D}"/>
              </a:ext>
            </a:extLst>
          </p:cNvPr>
          <p:cNvSpPr>
            <a:spLocks noGrp="1"/>
          </p:cNvSpPr>
          <p:nvPr>
            <p:ph type="body" sz="quarter" idx="14"/>
          </p:nvPr>
        </p:nvSpPr>
        <p:spPr>
          <a:xfrm>
            <a:off x="8401353" y="0"/>
            <a:ext cx="3790647" cy="1143002"/>
          </a:xfrm>
          <a:custGeom>
            <a:avLst/>
            <a:gdLst>
              <a:gd name="connsiteX0" fmla="*/ 3790647 w 3790647"/>
              <a:gd name="connsiteY0" fmla="*/ 304585 h 1143002"/>
              <a:gd name="connsiteX1" fmla="*/ 3790647 w 3790647"/>
              <a:gd name="connsiteY1" fmla="*/ 1081329 h 1143002"/>
              <a:gd name="connsiteX2" fmla="*/ 3762543 w 3790647"/>
              <a:gd name="connsiteY2" fmla="*/ 1091615 h 1143002"/>
              <a:gd name="connsiteX3" fmla="*/ 3422649 w 3790647"/>
              <a:gd name="connsiteY3" fmla="*/ 1143002 h 1143002"/>
              <a:gd name="connsiteX4" fmla="*/ 3757427 w 3790647"/>
              <a:gd name="connsiteY4" fmla="*/ 334777 h 1143002"/>
              <a:gd name="connsiteX5" fmla="*/ 2285997 w 3790647"/>
              <a:gd name="connsiteY5" fmla="*/ 17 h 1143002"/>
              <a:gd name="connsiteX6" fmla="*/ 3422650 w 3790647"/>
              <a:gd name="connsiteY6" fmla="*/ 1142983 h 1143002"/>
              <a:gd name="connsiteX7" fmla="*/ 2285997 w 3790647"/>
              <a:gd name="connsiteY7" fmla="*/ 17 h 1143002"/>
              <a:gd name="connsiteX8" fmla="*/ 0 w 3790647"/>
              <a:gd name="connsiteY8" fmla="*/ 17 h 1143002"/>
              <a:gd name="connsiteX9" fmla="*/ 1136650 w 3790647"/>
              <a:gd name="connsiteY9" fmla="*/ 1142983 h 1143002"/>
              <a:gd name="connsiteX10" fmla="*/ 0 w 3790647"/>
              <a:gd name="connsiteY10" fmla="*/ 17 h 1143002"/>
              <a:gd name="connsiteX11" fmla="*/ 2279650 w 3790647"/>
              <a:gd name="connsiteY11" fmla="*/ 0 h 1143002"/>
              <a:gd name="connsiteX12" fmla="*/ 1136650 w 3790647"/>
              <a:gd name="connsiteY12" fmla="*/ 1143002 h 1143002"/>
              <a:gd name="connsiteX13" fmla="*/ 2279650 w 3790647"/>
              <a:gd name="connsiteY13" fmla="*/ 0 h 1143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90647" h="1143002">
                <a:moveTo>
                  <a:pt x="3790647" y="304585"/>
                </a:moveTo>
                <a:lnTo>
                  <a:pt x="3790647" y="1081329"/>
                </a:lnTo>
                <a:lnTo>
                  <a:pt x="3762543" y="1091615"/>
                </a:lnTo>
                <a:cubicBezTo>
                  <a:pt x="3655170" y="1125011"/>
                  <a:pt x="3541011" y="1143002"/>
                  <a:pt x="3422649" y="1143002"/>
                </a:cubicBezTo>
                <a:cubicBezTo>
                  <a:pt x="3422649" y="827371"/>
                  <a:pt x="3550584" y="541620"/>
                  <a:pt x="3757427" y="334777"/>
                </a:cubicBezTo>
                <a:close/>
                <a:moveTo>
                  <a:pt x="2285997" y="17"/>
                </a:moveTo>
                <a:cubicBezTo>
                  <a:pt x="2914332" y="3435"/>
                  <a:pt x="3422644" y="513848"/>
                  <a:pt x="3422650" y="1142983"/>
                </a:cubicBezTo>
                <a:cubicBezTo>
                  <a:pt x="2794315" y="1139567"/>
                  <a:pt x="2286006" y="629153"/>
                  <a:pt x="2285997" y="17"/>
                </a:cubicBezTo>
                <a:close/>
                <a:moveTo>
                  <a:pt x="0" y="17"/>
                </a:moveTo>
                <a:cubicBezTo>
                  <a:pt x="628334" y="3435"/>
                  <a:pt x="1136644" y="513848"/>
                  <a:pt x="1136650" y="1142983"/>
                </a:cubicBezTo>
                <a:cubicBezTo>
                  <a:pt x="508316" y="1139567"/>
                  <a:pt x="9" y="629153"/>
                  <a:pt x="0" y="17"/>
                </a:cubicBezTo>
                <a:close/>
                <a:moveTo>
                  <a:pt x="2279650" y="0"/>
                </a:moveTo>
                <a:cubicBezTo>
                  <a:pt x="2279650" y="631263"/>
                  <a:pt x="1767910" y="1143002"/>
                  <a:pt x="1136650" y="1143002"/>
                </a:cubicBezTo>
                <a:cubicBezTo>
                  <a:pt x="1136650" y="511739"/>
                  <a:pt x="1648390" y="0"/>
                  <a:pt x="2279650" y="0"/>
                </a:cubicBezTo>
                <a:close/>
              </a:path>
            </a:pathLst>
          </a:custGeom>
          <a:solidFill>
            <a:schemeClr val="accent6">
              <a:lumMod val="60000"/>
              <a:lumOff val="40000"/>
              <a:alpha val="20000"/>
            </a:schemeClr>
          </a:solidFill>
          <a:ln w="4154" cap="flat">
            <a:noFill/>
            <a:prstDash val="solid"/>
            <a:miter/>
          </a:ln>
        </p:spPr>
        <p:txBody>
          <a:bodyPr wrap="square">
            <a:noAutofit/>
          </a:bodyPr>
          <a:lstStyle>
            <a:lvl1pPr>
              <a:defRPr>
                <a:noFill/>
              </a:defRPr>
            </a:lvl1pPr>
          </a:lstStyle>
          <a:p>
            <a:pPr lvl="0"/>
            <a:endParaRPr lang="en-US" dirty="0"/>
          </a:p>
        </p:txBody>
      </p:sp>
      <p:pic>
        <p:nvPicPr>
          <p:cNvPr id="120" name="Graphic 119">
            <a:extLst>
              <a:ext uri="{FF2B5EF4-FFF2-40B4-BE49-F238E27FC236}">
                <a16:creationId xmlns:a16="http://schemas.microsoft.com/office/drawing/2014/main" id="{9C01A786-0C1A-6C4A-1466-1AE233D142AE}"/>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68908" b="83148"/>
          <a:stretch/>
        </p:blipFill>
        <p:spPr>
          <a:xfrm>
            <a:off x="8401354" y="12700"/>
            <a:ext cx="3790646" cy="1155700"/>
          </a:xfrm>
          <a:prstGeom prst="rect">
            <a:avLst/>
          </a:prstGeom>
        </p:spPr>
      </p:pic>
    </p:spTree>
    <p:extLst>
      <p:ext uri="{BB962C8B-B14F-4D97-AF65-F5344CB8AC3E}">
        <p14:creationId xmlns:p14="http://schemas.microsoft.com/office/powerpoint/2010/main" val="37409718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0059F316-9319-477C-3BD8-C3B19F248AF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87659"/>
          <a:stretch/>
        </p:blipFill>
        <p:spPr>
          <a:xfrm>
            <a:off x="10687350" y="12700"/>
            <a:ext cx="1504649" cy="6858000"/>
          </a:xfrm>
          <a:prstGeom prst="rect">
            <a:avLst/>
          </a:prstGeom>
        </p:spPr>
      </p:pic>
      <p:pic>
        <p:nvPicPr>
          <p:cNvPr id="12" name="Graphic 11">
            <a:extLst>
              <a:ext uri="{FF2B5EF4-FFF2-40B4-BE49-F238E27FC236}">
                <a16:creationId xmlns:a16="http://schemas.microsoft.com/office/drawing/2014/main" id="{AEF98D51-D262-470D-2214-A8A0EDB73625}"/>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4584700"/>
            <a:ext cx="1504649" cy="2286000"/>
          </a:xfrm>
          <a:prstGeom prst="rect">
            <a:avLst/>
          </a:prstGeom>
        </p:spPr>
      </p:pic>
      <p:pic>
        <p:nvPicPr>
          <p:cNvPr id="13" name="Graphic 12">
            <a:extLst>
              <a:ext uri="{FF2B5EF4-FFF2-40B4-BE49-F238E27FC236}">
                <a16:creationId xmlns:a16="http://schemas.microsoft.com/office/drawing/2014/main" id="{3480B83D-EEC7-5C2D-9338-841D0054570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2297076"/>
            <a:ext cx="1504649" cy="2286000"/>
          </a:xfrm>
          <a:prstGeom prst="rect">
            <a:avLst/>
          </a:prstGeom>
        </p:spPr>
      </p:pic>
      <p:pic>
        <p:nvPicPr>
          <p:cNvPr id="14" name="Graphic 13">
            <a:extLst>
              <a:ext uri="{FF2B5EF4-FFF2-40B4-BE49-F238E27FC236}">
                <a16:creationId xmlns:a16="http://schemas.microsoft.com/office/drawing/2014/main" id="{69BE97B1-E4D2-AA2A-1E85-0D5987351359}"/>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9452"/>
            <a:ext cx="1504649" cy="2286000"/>
          </a:xfrm>
          <a:prstGeom prst="rect">
            <a:avLst/>
          </a:prstGeom>
        </p:spPr>
      </p:pic>
      <p:pic>
        <p:nvPicPr>
          <p:cNvPr id="15" name="Graphic 14">
            <a:extLst>
              <a:ext uri="{FF2B5EF4-FFF2-40B4-BE49-F238E27FC236}">
                <a16:creationId xmlns:a16="http://schemas.microsoft.com/office/drawing/2014/main" id="{F227120C-DBC1-2EDA-E58C-E1DAD7E550FD}"/>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83283" r="50000"/>
          <a:stretch/>
        </p:blipFill>
        <p:spPr>
          <a:xfrm>
            <a:off x="0" y="5731979"/>
            <a:ext cx="6096000" cy="1146408"/>
          </a:xfrm>
          <a:prstGeom prst="rect">
            <a:avLst/>
          </a:prstGeom>
        </p:spPr>
      </p:pic>
      <p:pic>
        <p:nvPicPr>
          <p:cNvPr id="17" name="Graphic 16">
            <a:extLst>
              <a:ext uri="{FF2B5EF4-FFF2-40B4-BE49-F238E27FC236}">
                <a16:creationId xmlns:a16="http://schemas.microsoft.com/office/drawing/2014/main" id="{3FDA3437-5725-1727-4B8A-FCE595561932}"/>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 b="50186"/>
          <a:stretch/>
        </p:blipFill>
        <p:spPr>
          <a:xfrm rot="10800000">
            <a:off x="1504646" y="5731981"/>
            <a:ext cx="2286000" cy="1138718"/>
          </a:xfrm>
          <a:prstGeom prst="rect">
            <a:avLst/>
          </a:prstGeom>
        </p:spPr>
      </p:pic>
      <p:pic>
        <p:nvPicPr>
          <p:cNvPr id="18" name="Graphic 17">
            <a:extLst>
              <a:ext uri="{FF2B5EF4-FFF2-40B4-BE49-F238E27FC236}">
                <a16:creationId xmlns:a16="http://schemas.microsoft.com/office/drawing/2014/main" id="{35C8D2AF-CEDF-4131-723C-91569E90C29F}"/>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dirty="0"/>
              <a:t>Click to edit Master title style</a:t>
            </a:r>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marL="0" indent="0">
              <a:lnSpc>
                <a:spcPct val="90000"/>
              </a:lnSpc>
              <a:spcAft>
                <a:spcPts val="1800"/>
              </a:spcAft>
              <a:buSzPct val="100000"/>
              <a:buNone/>
              <a:defRPr sz="2000" b="1"/>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91456" y="1536827"/>
            <a:ext cx="5650992" cy="4480560"/>
          </a:xfrm>
        </p:spPr>
        <p:txBody>
          <a:bodyPr>
            <a:normAutofit/>
          </a:bodyPr>
          <a:lstStyle>
            <a:lvl1pPr marL="457200" indent="-457200">
              <a:lnSpc>
                <a:spcPct val="90000"/>
              </a:lnSpc>
              <a:spcBef>
                <a:spcPts val="1000"/>
              </a:spcBef>
              <a:spcAft>
                <a:spcPts val="0"/>
              </a:spcAft>
              <a:buSzPct val="100000"/>
              <a:buFont typeface="+mj-lt"/>
              <a:buAutoNum type="arabicPeriod"/>
              <a:defRPr sz="2000"/>
            </a:lvl1pPr>
            <a:lvl2pPr marL="914400" indent="-457200">
              <a:buSzPct val="100000"/>
              <a:buFont typeface="+mj-lt"/>
              <a:buAutoNum type="alphaLcPeriod"/>
              <a:defRPr sz="2000"/>
            </a:lvl2pPr>
            <a:lvl3pPr marL="1371600" indent="-457200">
              <a:buSzPct val="100000"/>
              <a:buFont typeface="+mj-lt"/>
              <a:buAutoNum type="romanLcPeriod"/>
              <a:defRPr sz="1800"/>
            </a:lvl3pPr>
            <a:lvl4pPr marL="1828800" indent="-457200">
              <a:buSzPct val="100000"/>
              <a:buFont typeface="+mj-lt"/>
              <a:buAutoNum type="arabicParenR"/>
              <a:defRPr sz="1800"/>
            </a:lvl4pPr>
            <a:lvl5pPr marL="2286000" indent="-457200">
              <a:buSzPct val="100000"/>
              <a:buFont typeface="+mj-lt"/>
              <a:buAutoNum type="alphaLcParen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22846079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lumMod val="5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10FBCDE-EE59-33A6-32CA-9F6279AA435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12700"/>
            <a:ext cx="12192000" cy="6858000"/>
          </a:xfrm>
          <a:prstGeom prst="rect">
            <a:avLst/>
          </a:prstGeom>
        </p:spPr>
      </p:pic>
      <p:pic>
        <p:nvPicPr>
          <p:cNvPr id="6" name="Graphic 5">
            <a:extLst>
              <a:ext uri="{FF2B5EF4-FFF2-40B4-BE49-F238E27FC236}">
                <a16:creationId xmlns:a16="http://schemas.microsoft.com/office/drawing/2014/main" id="{E45A58EF-738C-B1BA-F49A-84ADB68F8A88}"/>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49858"/>
          <a:stretch/>
        </p:blipFill>
        <p:spPr>
          <a:xfrm>
            <a:off x="8401354" y="9452"/>
            <a:ext cx="2286000" cy="1146248"/>
          </a:xfrm>
          <a:prstGeom prst="rect">
            <a:avLst/>
          </a:prstGeom>
        </p:spPr>
      </p:pic>
      <p:pic>
        <p:nvPicPr>
          <p:cNvPr id="7" name="Graphic 6">
            <a:extLst>
              <a:ext uri="{FF2B5EF4-FFF2-40B4-BE49-F238E27FC236}">
                <a16:creationId xmlns:a16="http://schemas.microsoft.com/office/drawing/2014/main" id="{37F78E2C-6843-1373-E993-79393D858434}"/>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49858"/>
          <a:stretch/>
        </p:blipFill>
        <p:spPr>
          <a:xfrm>
            <a:off x="10687351" y="9452"/>
            <a:ext cx="1504649" cy="1146248"/>
          </a:xfrm>
          <a:prstGeom prst="rect">
            <a:avLst/>
          </a:prstGeom>
        </p:spPr>
      </p:pic>
      <p:pic>
        <p:nvPicPr>
          <p:cNvPr id="8" name="Graphic 7">
            <a:extLst>
              <a:ext uri="{FF2B5EF4-FFF2-40B4-BE49-F238E27FC236}">
                <a16:creationId xmlns:a16="http://schemas.microsoft.com/office/drawing/2014/main" id="{9559DD38-C8CC-7B28-F492-ACB263A81476}"/>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 b="50186"/>
          <a:stretch/>
        </p:blipFill>
        <p:spPr>
          <a:xfrm rot="10800000">
            <a:off x="1504646" y="5731981"/>
            <a:ext cx="2286000" cy="1138718"/>
          </a:xfrm>
          <a:prstGeom prst="rect">
            <a:avLst/>
          </a:prstGeom>
        </p:spPr>
      </p:pic>
      <p:pic>
        <p:nvPicPr>
          <p:cNvPr id="9" name="Graphic 8">
            <a:extLst>
              <a:ext uri="{FF2B5EF4-FFF2-40B4-BE49-F238E27FC236}">
                <a16:creationId xmlns:a16="http://schemas.microsoft.com/office/drawing/2014/main" id="{8DEFF3B2-90E8-5D9B-CEA8-00B05000BF0E}"/>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13" name="Title 123">
            <a:extLst>
              <a:ext uri="{FF2B5EF4-FFF2-40B4-BE49-F238E27FC236}">
                <a16:creationId xmlns:a16="http://schemas.microsoft.com/office/drawing/2014/main" id="{0B9C7C4B-FC2C-5D51-5679-3D5ED85185DA}"/>
              </a:ext>
            </a:extLst>
          </p:cNvPr>
          <p:cNvSpPr>
            <a:spLocks noGrp="1"/>
          </p:cNvSpPr>
          <p:nvPr>
            <p:ph type="title"/>
          </p:nvPr>
        </p:nvSpPr>
        <p:spPr>
          <a:xfrm>
            <a:off x="841243" y="832104"/>
            <a:ext cx="10479088" cy="2587625"/>
          </a:xfrm>
        </p:spPr>
        <p:txBody>
          <a:bodyPr anchor="t"/>
          <a:lstStyle>
            <a:lvl1pPr>
              <a:lnSpc>
                <a:spcPct val="75000"/>
              </a:lnSpc>
              <a:defRPr sz="8000" b="0" spc="0" baseline="0">
                <a:solidFill>
                  <a:schemeClr val="bg1"/>
                </a:solidFill>
                <a:latin typeface="+mn-lt"/>
              </a:defRPr>
            </a:lvl1pPr>
          </a:lstStyle>
          <a:p>
            <a:r>
              <a:rPr lang="en-US" dirty="0"/>
              <a:t>Click to edit Master title style</a:t>
            </a:r>
          </a:p>
        </p:txBody>
      </p:sp>
      <p:sp>
        <p:nvSpPr>
          <p:cNvPr id="10" name="Text Placeholder 9">
            <a:extLst>
              <a:ext uri="{FF2B5EF4-FFF2-40B4-BE49-F238E27FC236}">
                <a16:creationId xmlns:a16="http://schemas.microsoft.com/office/drawing/2014/main" id="{C79F5B69-7199-E3E6-5554-6CC2207D48E4}"/>
              </a:ext>
            </a:extLst>
          </p:cNvPr>
          <p:cNvSpPr>
            <a:spLocks noGrp="1"/>
          </p:cNvSpPr>
          <p:nvPr>
            <p:ph type="body" sz="quarter" idx="11"/>
          </p:nvPr>
        </p:nvSpPr>
        <p:spPr>
          <a:xfrm>
            <a:off x="841375" y="3705309"/>
            <a:ext cx="10479088" cy="2587625"/>
          </a:xfrm>
        </p:spPr>
        <p:txBody>
          <a:bodyPr/>
          <a:lstStyle>
            <a:lvl1pPr marL="0" indent="0">
              <a:lnSpc>
                <a:spcPct val="130000"/>
              </a:lnSpc>
              <a:spcAft>
                <a:spcPts val="1000"/>
              </a:spcAft>
              <a:buNone/>
              <a:defRPr b="1" i="0" cap="all" spc="300" baseline="0">
                <a:solidFill>
                  <a:schemeClr val="bg1"/>
                </a:solidFill>
                <a:latin typeface="+mj-lt"/>
              </a:defRPr>
            </a:lvl1pPr>
          </a:lstStyle>
          <a:p>
            <a:pPr lvl="0"/>
            <a:r>
              <a:rPr lang="en-US" dirty="0"/>
              <a:t>Click to edit Master text styles</a:t>
            </a:r>
          </a:p>
        </p:txBody>
      </p:sp>
    </p:spTree>
    <p:extLst>
      <p:ext uri="{BB962C8B-B14F-4D97-AF65-F5344CB8AC3E}">
        <p14:creationId xmlns:p14="http://schemas.microsoft.com/office/powerpoint/2010/main" val="1430931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0F41A2-6535-4CA6-81E4-026A5B56D9D7}"/>
              </a:ext>
            </a:extLst>
          </p:cNvPr>
          <p:cNvSpPr>
            <a:spLocks noGrp="1"/>
          </p:cNvSpPr>
          <p:nvPr>
            <p:ph type="title"/>
          </p:nvPr>
        </p:nvSpPr>
        <p:spPr>
          <a:xfrm>
            <a:off x="432000" y="432000"/>
            <a:ext cx="11329200" cy="432000"/>
          </a:xfrm>
          <a:prstGeom prst="rect">
            <a:avLst/>
          </a:prstGeom>
        </p:spPr>
        <p:txBody>
          <a:bodyPr vert="horz" lIns="0" tIns="0" rIns="0" bIns="0" rtlCol="0" anchor="ctr">
            <a:noAutofit/>
          </a:bodyPr>
          <a:lstStyle/>
          <a:p>
            <a:pPr lvl="0"/>
            <a:r>
              <a:rPr lang="en-US" noProof="0"/>
              <a:t>Click to edit Master title style</a:t>
            </a:r>
          </a:p>
        </p:txBody>
      </p:sp>
      <p:sp>
        <p:nvSpPr>
          <p:cNvPr id="3" name="Text Placeholder 2">
            <a:extLst>
              <a:ext uri="{FF2B5EF4-FFF2-40B4-BE49-F238E27FC236}">
                <a16:creationId xmlns:a16="http://schemas.microsoft.com/office/drawing/2014/main" id="{213AB95C-7DD4-4796-80E4-1B7466A2A037}"/>
              </a:ext>
            </a:extLst>
          </p:cNvPr>
          <p:cNvSpPr>
            <a:spLocks noGrp="1"/>
          </p:cNvSpPr>
          <p:nvPr>
            <p:ph type="body" idx="1"/>
          </p:nvPr>
        </p:nvSpPr>
        <p:spPr>
          <a:xfrm>
            <a:off x="432000" y="1152000"/>
            <a:ext cx="11329200" cy="503925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Footer Placeholder 4">
            <a:extLst>
              <a:ext uri="{FF2B5EF4-FFF2-40B4-BE49-F238E27FC236}">
                <a16:creationId xmlns:a16="http://schemas.microsoft.com/office/drawing/2014/main" id="{58879C91-B77F-4273-9A27-A3535FB889DB}"/>
              </a:ext>
            </a:extLst>
          </p:cNvPr>
          <p:cNvSpPr>
            <a:spLocks noGrp="1"/>
          </p:cNvSpPr>
          <p:nvPr>
            <p:ph type="ftr" sz="quarter" idx="3"/>
          </p:nvPr>
        </p:nvSpPr>
        <p:spPr>
          <a:xfrm>
            <a:off x="432000" y="6365893"/>
            <a:ext cx="4114800" cy="226714"/>
          </a:xfrm>
          <a:prstGeom prst="rect">
            <a:avLst/>
          </a:prstGeom>
        </p:spPr>
        <p:txBody>
          <a:bodyPr vert="horz" lIns="0" tIns="0" rIns="0" bIns="0" rtlCol="0" anchor="ctr"/>
          <a:lstStyle>
            <a:lvl1pPr algn="l">
              <a:defRPr sz="1200">
                <a:solidFill>
                  <a:schemeClr val="tx1">
                    <a:lumMod val="75000"/>
                    <a:lumOff val="25000"/>
                  </a:schemeClr>
                </a:solidFill>
              </a:defRPr>
            </a:lvl1pPr>
          </a:lstStyle>
          <a:p>
            <a:r>
              <a:rPr lang="en-US" noProof="0" dirty="0"/>
              <a:t>FOOTER TITLE</a:t>
            </a:r>
          </a:p>
        </p:txBody>
      </p:sp>
      <p:sp>
        <p:nvSpPr>
          <p:cNvPr id="4" name="Slide Number Placeholder 3">
            <a:extLst>
              <a:ext uri="{FF2B5EF4-FFF2-40B4-BE49-F238E27FC236}">
                <a16:creationId xmlns:a16="http://schemas.microsoft.com/office/drawing/2014/main" id="{215F7E44-8ABB-4ABE-998C-AFEFE7AA0503}"/>
              </a:ext>
            </a:extLst>
          </p:cNvPr>
          <p:cNvSpPr>
            <a:spLocks noGrp="1"/>
          </p:cNvSpPr>
          <p:nvPr>
            <p:ph type="sldNum" sz="quarter" idx="4"/>
          </p:nvPr>
        </p:nvSpPr>
        <p:spPr>
          <a:xfrm>
            <a:off x="10917936" y="6385422"/>
            <a:ext cx="843264" cy="288000"/>
          </a:xfrm>
          <a:prstGeom prst="rect">
            <a:avLst/>
          </a:prstGeom>
          <a:noFill/>
        </p:spPr>
        <p:txBody>
          <a:bodyPr lIns="0" tIns="0" rIns="0" bIns="0" anchor="ctr"/>
          <a:lstStyle>
            <a:lvl1pPr algn="r">
              <a:defRPr lang="en-ZA" sz="1000" b="0" smtClean="0">
                <a:solidFill>
                  <a:sysClr val="windowText" lastClr="000000"/>
                </a:solidFill>
              </a:defRPr>
            </a:lvl1p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Lst>
  <p:hf hdr="0" ftr="0" dt="0"/>
  <p:txStyles>
    <p:titleStyle>
      <a:lvl1pPr algn="l" defTabSz="914400" rtl="0" eaLnBrk="1" latinLnBrk="0" hangingPunct="1">
        <a:lnSpc>
          <a:spcPct val="90000"/>
        </a:lnSpc>
        <a:spcBef>
          <a:spcPct val="0"/>
        </a:spcBef>
        <a:buNone/>
        <a:defRPr lang="en-ZA" sz="3200" b="1" kern="1200" spc="-150" dirty="0">
          <a:solidFill>
            <a:schemeClr val="tx1">
              <a:lumMod val="85000"/>
              <a:lumOff val="15000"/>
            </a:schemeClr>
          </a:solidFill>
          <a:latin typeface="+mj-lt"/>
          <a:ea typeface="+mj-ea"/>
          <a:cs typeface="+mj-cs"/>
        </a:defRPr>
      </a:lvl1pPr>
    </p:titleStyle>
    <p:bodyStyle>
      <a:lvl1pPr marL="347472" indent="-347472" algn="l" defTabSz="914400" rtl="0" eaLnBrk="1" latinLnBrk="0" hangingPunct="1">
        <a:lnSpc>
          <a:spcPct val="90000"/>
        </a:lnSpc>
        <a:spcBef>
          <a:spcPts val="0"/>
        </a:spcBef>
        <a:spcAft>
          <a:spcPts val="1800"/>
        </a:spcAft>
        <a:buSzPct val="75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731520" indent="-347472" algn="l" defTabSz="914400" rtl="0" eaLnBrk="1" latinLnBrk="0" hangingPunct="1">
        <a:lnSpc>
          <a:spcPct val="90000"/>
        </a:lnSpc>
        <a:spcBef>
          <a:spcPts val="500"/>
        </a:spcBef>
        <a:buSzPct val="75000"/>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09728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46304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828800" indent="-347472" algn="l" defTabSz="914400" rtl="0" eaLnBrk="1" latinLnBrk="0" hangingPunct="1">
        <a:lnSpc>
          <a:spcPct val="90000"/>
        </a:lnSpc>
        <a:spcBef>
          <a:spcPts val="500"/>
        </a:spcBef>
        <a:buSzPct val="75000"/>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diagramLayout" Target="../diagrams/layout1.xml"/><Relationship Id="rId7" Type="http://schemas.openxmlformats.org/officeDocument/2006/relationships/image" Target="../media/image15.png"/><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hyperlink" Target="https://colab.research.google.com/drive/1Vk9o9fbJUWgep5noEM_o7P4sVbUt0-S8?usp=sharing" TargetMode="Externa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F917E-922A-1054-6306-D37C378F1165}"/>
              </a:ext>
            </a:extLst>
          </p:cNvPr>
          <p:cNvSpPr>
            <a:spLocks noGrp="1"/>
          </p:cNvSpPr>
          <p:nvPr>
            <p:ph type="title"/>
          </p:nvPr>
        </p:nvSpPr>
        <p:spPr>
          <a:xfrm>
            <a:off x="841248" y="953008"/>
            <a:ext cx="10479024" cy="557784"/>
          </a:xfrm>
        </p:spPr>
        <p:txBody>
          <a:bodyPr/>
          <a:lstStyle/>
          <a:p>
            <a:r>
              <a:rPr lang="en-US" dirty="0"/>
              <a:t>case project-2</a:t>
            </a:r>
            <a:br>
              <a:rPr lang="en-US" dirty="0"/>
            </a:br>
            <a:endParaRPr lang="en-US"/>
          </a:p>
        </p:txBody>
      </p:sp>
      <p:sp>
        <p:nvSpPr>
          <p:cNvPr id="3" name="Text Placeholder 2">
            <a:extLst>
              <a:ext uri="{FF2B5EF4-FFF2-40B4-BE49-F238E27FC236}">
                <a16:creationId xmlns:a16="http://schemas.microsoft.com/office/drawing/2014/main" id="{1C3D50B0-02F8-A1E6-8A67-C0B7034A4743}"/>
              </a:ext>
            </a:extLst>
          </p:cNvPr>
          <p:cNvSpPr>
            <a:spLocks noGrp="1"/>
          </p:cNvSpPr>
          <p:nvPr>
            <p:ph type="body" sz="quarter" idx="10"/>
          </p:nvPr>
        </p:nvSpPr>
        <p:spPr>
          <a:xfrm>
            <a:off x="841247" y="1515872"/>
            <a:ext cx="10479215" cy="4480560"/>
          </a:xfrm>
        </p:spPr>
        <p:txBody>
          <a:bodyPr vert="horz" lIns="0" tIns="0" rIns="0" bIns="0" rtlCol="0" anchor="t">
            <a:noAutofit/>
          </a:bodyPr>
          <a:lstStyle/>
          <a:p>
            <a:r>
              <a:rPr lang="en-US" sz="5600" dirty="0">
                <a:solidFill>
                  <a:srgbClr val="F2F2F2"/>
                </a:solidFill>
                <a:latin typeface="Aptos Serif"/>
                <a:ea typeface="Roboto"/>
                <a:cs typeface="Roboto"/>
              </a:rPr>
              <a:t>Wine</a:t>
            </a:r>
            <a:r>
              <a:rPr lang="en-US" sz="5600" dirty="0">
                <a:solidFill>
                  <a:srgbClr val="F2F2F2"/>
                </a:solidFill>
                <a:latin typeface="Aptos Serif"/>
                <a:ea typeface="+mn-lt"/>
                <a:cs typeface="+mn-lt"/>
              </a:rPr>
              <a:t> Quality - Red Wine </a:t>
            </a:r>
            <a:r>
              <a:rPr lang="en-US" sz="5600">
                <a:solidFill>
                  <a:srgbClr val="F2F2F2"/>
                </a:solidFill>
                <a:latin typeface="Aptos Serif"/>
                <a:ea typeface="+mn-lt"/>
                <a:cs typeface="+mn-lt"/>
              </a:rPr>
              <a:t>Dataset</a:t>
            </a:r>
            <a:endParaRPr lang="en-US" sz="5600">
              <a:latin typeface="Aptos Serif"/>
              <a:cs typeface="Aptos Serif"/>
            </a:endParaRPr>
          </a:p>
          <a:p>
            <a:endParaRPr lang="en-US" dirty="0"/>
          </a:p>
        </p:txBody>
      </p:sp>
      <p:sp>
        <p:nvSpPr>
          <p:cNvPr id="4" name="L-Shape 3">
            <a:extLst>
              <a:ext uri="{FF2B5EF4-FFF2-40B4-BE49-F238E27FC236}">
                <a16:creationId xmlns:a16="http://schemas.microsoft.com/office/drawing/2014/main" id="{9E8F8A3B-4CAA-BB06-6525-5A577967295C}"/>
              </a:ext>
            </a:extLst>
          </p:cNvPr>
          <p:cNvSpPr/>
          <p:nvPr/>
        </p:nvSpPr>
        <p:spPr>
          <a:xfrm rot="10800000" flipH="1">
            <a:off x="447040" y="492760"/>
            <a:ext cx="213360" cy="5852160"/>
          </a:xfrm>
          <a:prstGeom prst="corner">
            <a:avLst/>
          </a:prstGeom>
          <a:solidFill>
            <a:schemeClr val="accent6">
              <a:lumMod val="60000"/>
              <a:lumOff val="40000"/>
            </a:schemeClr>
          </a:solidFill>
          <a:ln>
            <a:solidFill>
              <a:schemeClr val="accent6">
                <a:lumMod val="50000"/>
              </a:schemeClr>
            </a:solid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5" name="Rectangle 4">
            <a:extLst>
              <a:ext uri="{FF2B5EF4-FFF2-40B4-BE49-F238E27FC236}">
                <a16:creationId xmlns:a16="http://schemas.microsoft.com/office/drawing/2014/main" id="{E00F182D-578F-4BED-44CD-2595F0A04103}"/>
              </a:ext>
            </a:extLst>
          </p:cNvPr>
          <p:cNvSpPr/>
          <p:nvPr/>
        </p:nvSpPr>
        <p:spPr>
          <a:xfrm>
            <a:off x="457835" y="513715"/>
            <a:ext cx="548640" cy="101600"/>
          </a:xfrm>
          <a:prstGeom prst="rect">
            <a:avLst/>
          </a:prstGeom>
          <a:solidFill>
            <a:schemeClr val="accent6">
              <a:lumMod val="60000"/>
              <a:lumOff val="40000"/>
            </a:schemeClr>
          </a:solidFill>
          <a:ln>
            <a:solidFill>
              <a:schemeClr val="accent6">
                <a:lumMod val="60000"/>
                <a:lumOff val="40000"/>
              </a:schemeClr>
            </a:solid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7" name="TextBox 6">
            <a:extLst>
              <a:ext uri="{FF2B5EF4-FFF2-40B4-BE49-F238E27FC236}">
                <a16:creationId xmlns:a16="http://schemas.microsoft.com/office/drawing/2014/main" id="{A4FD0D13-8711-66E7-10D4-69D76F82B9C5}"/>
              </a:ext>
            </a:extLst>
          </p:cNvPr>
          <p:cNvSpPr txBox="1"/>
          <p:nvPr/>
        </p:nvSpPr>
        <p:spPr>
          <a:xfrm>
            <a:off x="8393999" y="5428741"/>
            <a:ext cx="3354676" cy="923330"/>
          </a:xfrm>
          <a:prstGeom prst="rect">
            <a:avLst/>
          </a:prstGeom>
          <a:noFill/>
        </p:spPr>
        <p:txBody>
          <a:bodyPr rot="0" spcFirstLastPara="0" vertOverflow="overflow" horzOverflow="overflow" vert="horz" wrap="square" lIns="91440" tIns="45720" rIns="91440" bIns="45720" numCol="1" spcCol="0" rtlCol="0" fromWordArt="0" anchor="b" anchorCtr="0" forceAA="0" compatLnSpc="1">
            <a:prstTxWarp prst="textNoShape">
              <a:avLst/>
            </a:prstTxWarp>
            <a:spAutoFit/>
          </a:bodyPr>
          <a:lstStyle/>
          <a:p>
            <a:pPr algn="r"/>
            <a:r>
              <a:rPr lang="en-US" dirty="0">
                <a:solidFill>
                  <a:schemeClr val="accent6">
                    <a:lumMod val="40000"/>
                    <a:lumOff val="60000"/>
                  </a:schemeClr>
                </a:solidFill>
              </a:rPr>
              <a:t>Khushi Shah</a:t>
            </a:r>
          </a:p>
          <a:p>
            <a:pPr algn="r"/>
            <a:r>
              <a:rPr lang="en-US" dirty="0">
                <a:solidFill>
                  <a:schemeClr val="accent6">
                    <a:lumMod val="40000"/>
                    <a:lumOff val="60000"/>
                  </a:schemeClr>
                </a:solidFill>
              </a:rPr>
              <a:t>IIT Gandhinagar</a:t>
            </a:r>
            <a:br>
              <a:rPr lang="en-US" dirty="0">
                <a:solidFill>
                  <a:schemeClr val="accent6">
                    <a:lumMod val="40000"/>
                    <a:lumOff val="60000"/>
                  </a:schemeClr>
                </a:solidFill>
              </a:rPr>
            </a:br>
            <a:r>
              <a:rPr lang="en-US" dirty="0">
                <a:solidFill>
                  <a:schemeClr val="accent6">
                    <a:lumMod val="40000"/>
                    <a:lumOff val="60000"/>
                  </a:schemeClr>
                </a:solidFill>
              </a:rPr>
              <a:t>24110326@iitgn.ac.in</a:t>
            </a:r>
          </a:p>
        </p:txBody>
      </p:sp>
    </p:spTree>
    <p:extLst>
      <p:ext uri="{BB962C8B-B14F-4D97-AF65-F5344CB8AC3E}">
        <p14:creationId xmlns:p14="http://schemas.microsoft.com/office/powerpoint/2010/main" val="15169996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CD930-5DE6-9C80-BE11-6A82B20FCF92}"/>
              </a:ext>
            </a:extLst>
          </p:cNvPr>
          <p:cNvSpPr>
            <a:spLocks noGrp="1"/>
          </p:cNvSpPr>
          <p:nvPr>
            <p:ph type="title"/>
          </p:nvPr>
        </p:nvSpPr>
        <p:spPr>
          <a:xfrm>
            <a:off x="648208" y="485648"/>
            <a:ext cx="10479024" cy="557784"/>
          </a:xfrm>
        </p:spPr>
        <p:txBody>
          <a:bodyPr/>
          <a:lstStyle/>
          <a:p>
            <a:r>
              <a:rPr lang="en-US" sz="2400" dirty="0"/>
              <a:t>Dataset analysis:</a:t>
            </a:r>
            <a:br>
              <a:rPr lang="en-US" dirty="0"/>
            </a:br>
            <a:endParaRPr lang="en-US" dirty="0"/>
          </a:p>
        </p:txBody>
      </p:sp>
      <p:pic>
        <p:nvPicPr>
          <p:cNvPr id="5" name="Content Placeholder 4" descr="A table with white text and black text&#10;&#10;AI-generated content may be incorrect.">
            <a:extLst>
              <a:ext uri="{FF2B5EF4-FFF2-40B4-BE49-F238E27FC236}">
                <a16:creationId xmlns:a16="http://schemas.microsoft.com/office/drawing/2014/main" id="{396B0B24-E04E-B45E-88A8-270BAB7D0BFA}"/>
              </a:ext>
            </a:extLst>
          </p:cNvPr>
          <p:cNvPicPr>
            <a:picLocks noGrp="1" noChangeAspect="1"/>
          </p:cNvPicPr>
          <p:nvPr>
            <p:ph sz="quarter" idx="13"/>
          </p:nvPr>
        </p:nvPicPr>
        <p:blipFill>
          <a:blip r:embed="rId2"/>
          <a:stretch>
            <a:fillRect/>
          </a:stretch>
        </p:blipFill>
        <p:spPr>
          <a:xfrm>
            <a:off x="648208" y="2289528"/>
            <a:ext cx="10904855" cy="4051483"/>
          </a:xfrm>
        </p:spPr>
      </p:pic>
      <p:sp>
        <p:nvSpPr>
          <p:cNvPr id="4" name="Slide Number Placeholder 3">
            <a:extLst>
              <a:ext uri="{FF2B5EF4-FFF2-40B4-BE49-F238E27FC236}">
                <a16:creationId xmlns:a16="http://schemas.microsoft.com/office/drawing/2014/main" id="{2FF5D2CC-C963-8BE5-8197-58E012DFD313}"/>
              </a:ext>
            </a:extLst>
          </p:cNvPr>
          <p:cNvSpPr>
            <a:spLocks noGrp="1"/>
          </p:cNvSpPr>
          <p:nvPr>
            <p:ph type="sldNum" sz="quarter" idx="11"/>
          </p:nvPr>
        </p:nvSpPr>
        <p:spPr/>
        <p:txBody>
          <a:bodyPr/>
          <a:lstStyle/>
          <a:p>
            <a:fld id="{B67B645E-C5E5-4727-B977-D372A0AA71D9}" type="slidenum">
              <a:rPr lang="en-US" smtClean="0"/>
              <a:pPr/>
              <a:t>2</a:t>
            </a:fld>
            <a:endParaRPr lang="en-US" dirty="0"/>
          </a:p>
        </p:txBody>
      </p:sp>
      <p:sp>
        <p:nvSpPr>
          <p:cNvPr id="6" name="TextBox 5">
            <a:extLst>
              <a:ext uri="{FF2B5EF4-FFF2-40B4-BE49-F238E27FC236}">
                <a16:creationId xmlns:a16="http://schemas.microsoft.com/office/drawing/2014/main" id="{345569AC-CE38-F10B-80E5-ACE513290932}"/>
              </a:ext>
            </a:extLst>
          </p:cNvPr>
          <p:cNvSpPr txBox="1"/>
          <p:nvPr/>
        </p:nvSpPr>
        <p:spPr>
          <a:xfrm>
            <a:off x="750360" y="1119585"/>
            <a:ext cx="4788012" cy="11076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9" name="TextBox 8">
            <a:extLst>
              <a:ext uri="{FF2B5EF4-FFF2-40B4-BE49-F238E27FC236}">
                <a16:creationId xmlns:a16="http://schemas.microsoft.com/office/drawing/2014/main" id="{DE9A281F-98A7-3C09-771D-D5538BC1F94B}"/>
              </a:ext>
            </a:extLst>
          </p:cNvPr>
          <p:cNvSpPr txBox="1"/>
          <p:nvPr/>
        </p:nvSpPr>
        <p:spPr>
          <a:xfrm>
            <a:off x="1250600" y="1191047"/>
            <a:ext cx="3954278" cy="5955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2" name="TextBox 11">
            <a:extLst>
              <a:ext uri="{FF2B5EF4-FFF2-40B4-BE49-F238E27FC236}">
                <a16:creationId xmlns:a16="http://schemas.microsoft.com/office/drawing/2014/main" id="{6637A286-163D-D681-856B-2C621047CC73}"/>
              </a:ext>
            </a:extLst>
          </p:cNvPr>
          <p:cNvSpPr txBox="1"/>
          <p:nvPr/>
        </p:nvSpPr>
        <p:spPr>
          <a:xfrm>
            <a:off x="557247" y="1042148"/>
            <a:ext cx="949777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chemeClr val="accent6">
                    <a:lumMod val="49000"/>
                  </a:schemeClr>
                </a:solidFill>
              </a:rPr>
              <a:t>Initial Step: </a:t>
            </a:r>
          </a:p>
          <a:p>
            <a:pPr marL="285750" indent="-285750">
              <a:buFont typeface="Calibri"/>
              <a:buChar char="-"/>
            </a:pPr>
            <a:r>
              <a:rPr lang="en-US" dirty="0">
                <a:solidFill>
                  <a:schemeClr val="accent6">
                    <a:lumMod val="49000"/>
                  </a:schemeClr>
                </a:solidFill>
              </a:rPr>
              <a:t>Display the dataset to be know about the columns and the datatypes present.</a:t>
            </a:r>
          </a:p>
          <a:p>
            <a:pPr marL="285750" indent="-285750">
              <a:buFont typeface="Calibri"/>
              <a:buChar char="-"/>
            </a:pPr>
            <a:r>
              <a:rPr lang="en-US" dirty="0">
                <a:solidFill>
                  <a:schemeClr val="accent6">
                    <a:lumMod val="49000"/>
                  </a:schemeClr>
                </a:solidFill>
              </a:rPr>
              <a:t>Number of </a:t>
            </a:r>
            <a:r>
              <a:rPr lang="en-US" err="1">
                <a:solidFill>
                  <a:schemeClr val="accent6">
                    <a:lumMod val="49000"/>
                  </a:schemeClr>
                </a:solidFill>
              </a:rPr>
              <a:t>NaN</a:t>
            </a:r>
            <a:r>
              <a:rPr lang="en-US" dirty="0">
                <a:solidFill>
                  <a:schemeClr val="accent6">
                    <a:lumMod val="49000"/>
                  </a:schemeClr>
                </a:solidFill>
              </a:rPr>
              <a:t> values present in each column and either removing them or replacing them with mean or zero.</a:t>
            </a:r>
          </a:p>
        </p:txBody>
      </p:sp>
    </p:spTree>
    <p:extLst>
      <p:ext uri="{BB962C8B-B14F-4D97-AF65-F5344CB8AC3E}">
        <p14:creationId xmlns:p14="http://schemas.microsoft.com/office/powerpoint/2010/main" val="19839003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descr="A screenshot of a computer program&#10;&#10;AI-generated content may be incorrect.">
            <a:extLst>
              <a:ext uri="{FF2B5EF4-FFF2-40B4-BE49-F238E27FC236}">
                <a16:creationId xmlns:a16="http://schemas.microsoft.com/office/drawing/2014/main" id="{0625581A-E364-1CEC-5762-EC68542F9D19}"/>
              </a:ext>
            </a:extLst>
          </p:cNvPr>
          <p:cNvPicPr>
            <a:picLocks noGrp="1" noChangeAspect="1"/>
          </p:cNvPicPr>
          <p:nvPr>
            <p:ph type="pic" sz="quarter" idx="11"/>
          </p:nvPr>
        </p:nvPicPr>
        <p:blipFill>
          <a:blip r:embed="rId2"/>
          <a:srcRect l="2208" r="2208"/>
          <a:stretch/>
        </p:blipFill>
        <p:spPr>
          <a:xfrm>
            <a:off x="502920" y="1711864"/>
            <a:ext cx="7462520" cy="4466528"/>
          </a:xfrm>
        </p:spPr>
      </p:pic>
      <p:sp>
        <p:nvSpPr>
          <p:cNvPr id="3" name="Title 2">
            <a:extLst>
              <a:ext uri="{FF2B5EF4-FFF2-40B4-BE49-F238E27FC236}">
                <a16:creationId xmlns:a16="http://schemas.microsoft.com/office/drawing/2014/main" id="{39442DAE-60A3-085A-5E60-5B7D15E0E5B2}"/>
              </a:ext>
            </a:extLst>
          </p:cNvPr>
          <p:cNvSpPr>
            <a:spLocks noGrp="1"/>
          </p:cNvSpPr>
          <p:nvPr>
            <p:ph type="title"/>
          </p:nvPr>
        </p:nvSpPr>
        <p:spPr>
          <a:xfrm>
            <a:off x="505968" y="831088"/>
            <a:ext cx="6931152" cy="557784"/>
          </a:xfrm>
        </p:spPr>
        <p:txBody>
          <a:bodyPr/>
          <a:lstStyle/>
          <a:p>
            <a:r>
              <a:rPr lang="en-US" sz="3200" dirty="0"/>
              <a:t>Question-1</a:t>
            </a:r>
          </a:p>
        </p:txBody>
      </p:sp>
      <p:sp>
        <p:nvSpPr>
          <p:cNvPr id="11" name="Rectangle 10">
            <a:extLst>
              <a:ext uri="{FF2B5EF4-FFF2-40B4-BE49-F238E27FC236}">
                <a16:creationId xmlns:a16="http://schemas.microsoft.com/office/drawing/2014/main" id="{12C1CE9F-9B38-8FAF-341F-9AC96D6DCA46}"/>
              </a:ext>
            </a:extLst>
          </p:cNvPr>
          <p:cNvSpPr/>
          <p:nvPr/>
        </p:nvSpPr>
        <p:spPr>
          <a:xfrm>
            <a:off x="3261995" y="3165475"/>
            <a:ext cx="8839200" cy="1717040"/>
          </a:xfrm>
          <a:prstGeom prst="rect">
            <a:avLst/>
          </a:prstGeom>
          <a:solidFill>
            <a:schemeClr val="accent6">
              <a:lumMod val="60000"/>
              <a:lumOff val="40000"/>
            </a:schemeClr>
          </a:solidFill>
          <a:ln>
            <a:solidFill>
              <a:schemeClr val="accent6">
                <a:lumMod val="60000"/>
                <a:lumOff val="40000"/>
              </a:schemeClr>
            </a:solid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 name="Text Placeholder 3">
            <a:extLst>
              <a:ext uri="{FF2B5EF4-FFF2-40B4-BE49-F238E27FC236}">
                <a16:creationId xmlns:a16="http://schemas.microsoft.com/office/drawing/2014/main" id="{0DC1D85D-4651-5787-CCFA-5E6AD7C646A1}"/>
              </a:ext>
            </a:extLst>
          </p:cNvPr>
          <p:cNvSpPr>
            <a:spLocks noGrp="1"/>
          </p:cNvSpPr>
          <p:nvPr>
            <p:ph type="body" sz="quarter" idx="10"/>
          </p:nvPr>
        </p:nvSpPr>
        <p:spPr>
          <a:xfrm>
            <a:off x="3360927" y="3263392"/>
            <a:ext cx="8638032" cy="4480560"/>
          </a:xfrm>
        </p:spPr>
        <p:txBody>
          <a:bodyPr vert="horz" lIns="0" tIns="0" rIns="0" bIns="0" rtlCol="0" anchor="t">
            <a:noAutofit/>
          </a:bodyPr>
          <a:lstStyle/>
          <a:p>
            <a:pPr algn="r">
              <a:lnSpc>
                <a:spcPct val="100000"/>
              </a:lnSpc>
            </a:pPr>
            <a:r>
              <a:rPr lang="en-US" sz="3400" dirty="0">
                <a:solidFill>
                  <a:schemeClr val="accent6">
                    <a:lumMod val="49000"/>
                  </a:schemeClr>
                </a:solidFill>
                <a:latin typeface="Californian FB"/>
                <a:ea typeface="+mn-lt"/>
                <a:cs typeface="Times New Roman"/>
              </a:rPr>
              <a:t>What is the most frequently occurring wine quality? What is the highest number in and the lowest number in the quantity column?</a:t>
            </a:r>
            <a:endParaRPr lang="en-US" sz="3400" dirty="0">
              <a:solidFill>
                <a:schemeClr val="accent6">
                  <a:lumMod val="49000"/>
                </a:schemeClr>
              </a:solidFill>
              <a:latin typeface="Times New Roman"/>
              <a:cs typeface="Times New Roman"/>
            </a:endParaRPr>
          </a:p>
          <a:p>
            <a:pPr algn="r">
              <a:lnSpc>
                <a:spcPct val="100000"/>
              </a:lnSpc>
            </a:pPr>
            <a:endParaRPr lang="en-US" sz="3600" dirty="0">
              <a:solidFill>
                <a:schemeClr val="accent6">
                  <a:lumMod val="49000"/>
                </a:schemeClr>
              </a:solidFill>
              <a:latin typeface="Californian FB"/>
            </a:endParaRPr>
          </a:p>
          <a:p>
            <a:endParaRPr lang="en-US" dirty="0">
              <a:solidFill>
                <a:schemeClr val="accent6">
                  <a:lumMod val="49000"/>
                </a:schemeClr>
              </a:solidFill>
            </a:endParaRPr>
          </a:p>
        </p:txBody>
      </p:sp>
    </p:spTree>
    <p:extLst>
      <p:ext uri="{BB962C8B-B14F-4D97-AF65-F5344CB8AC3E}">
        <p14:creationId xmlns:p14="http://schemas.microsoft.com/office/powerpoint/2010/main" val="26381699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27B98-508B-3936-B0DE-9E85405D222D}"/>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573E3E26-13ED-7540-AAE5-AB35E23F1034}"/>
              </a:ext>
            </a:extLst>
          </p:cNvPr>
          <p:cNvSpPr/>
          <p:nvPr/>
        </p:nvSpPr>
        <p:spPr>
          <a:xfrm>
            <a:off x="0" y="4839"/>
            <a:ext cx="6158445" cy="3630782"/>
          </a:xfrm>
          <a:prstGeom prst="rect">
            <a:avLst/>
          </a:prstGeom>
          <a:solidFill>
            <a:schemeClr val="accent6">
              <a:lumMod val="60000"/>
              <a:lumOff val="40000"/>
            </a:schemeClr>
          </a:solidFill>
          <a:ln>
            <a:noFill/>
          </a:ln>
          <a:effectLst>
            <a:outerShdw blurRad="482600" dist="101600" dir="21540000" algn="t" rotWithShape="0">
              <a:srgbClr val="000000">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3" name="Rectangle 2">
            <a:extLst>
              <a:ext uri="{FF2B5EF4-FFF2-40B4-BE49-F238E27FC236}">
                <a16:creationId xmlns:a16="http://schemas.microsoft.com/office/drawing/2014/main" id="{3F1FD662-D1E0-1D85-AB7F-71CD83EF3490}"/>
              </a:ext>
            </a:extLst>
          </p:cNvPr>
          <p:cNvSpPr/>
          <p:nvPr/>
        </p:nvSpPr>
        <p:spPr>
          <a:xfrm>
            <a:off x="6858000" y="2160210"/>
            <a:ext cx="5335485" cy="4100319"/>
          </a:xfrm>
          <a:prstGeom prst="rect">
            <a:avLst/>
          </a:prstGeom>
          <a:solidFill>
            <a:schemeClr val="accent6">
              <a:lumMod val="60000"/>
              <a:lumOff val="40000"/>
            </a:schemeClr>
          </a:solidFill>
          <a:ln>
            <a:noFill/>
          </a:ln>
          <a:effectLst>
            <a:outerShdw blurRad="482600" dist="101600" dir="21540000" algn="t" rotWithShape="0">
              <a:srgbClr val="000000">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 name="Rectangle 3">
            <a:extLst>
              <a:ext uri="{FF2B5EF4-FFF2-40B4-BE49-F238E27FC236}">
                <a16:creationId xmlns:a16="http://schemas.microsoft.com/office/drawing/2014/main" id="{156E9857-E56A-ADF0-5966-1AC2A2670C14}"/>
              </a:ext>
            </a:extLst>
          </p:cNvPr>
          <p:cNvSpPr/>
          <p:nvPr/>
        </p:nvSpPr>
        <p:spPr>
          <a:xfrm rot="10800000">
            <a:off x="4206241" y="-9133"/>
            <a:ext cx="1962995" cy="3638974"/>
          </a:xfrm>
          <a:prstGeom prst="rect">
            <a:avLst/>
          </a:prstGeom>
          <a:solidFill>
            <a:schemeClr val="accent6">
              <a:lumMod val="50000"/>
            </a:schemeClr>
          </a:solidFill>
          <a:ln>
            <a:noFill/>
          </a:ln>
          <a:effectLst>
            <a:outerShdw blurRad="330200" dist="304800" dir="5400000" algn="t"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 name="Title 1">
            <a:extLst>
              <a:ext uri="{FF2B5EF4-FFF2-40B4-BE49-F238E27FC236}">
                <a16:creationId xmlns:a16="http://schemas.microsoft.com/office/drawing/2014/main" id="{13F182A9-7FBA-575C-5D02-AE678E1A1DEE}"/>
              </a:ext>
            </a:extLst>
          </p:cNvPr>
          <p:cNvSpPr>
            <a:spLocks noGrp="1"/>
          </p:cNvSpPr>
          <p:nvPr>
            <p:ph type="title"/>
          </p:nvPr>
        </p:nvSpPr>
        <p:spPr>
          <a:xfrm>
            <a:off x="6499933" y="196088"/>
            <a:ext cx="5255768" cy="557784"/>
          </a:xfrm>
        </p:spPr>
        <p:txBody>
          <a:bodyPr/>
          <a:lstStyle/>
          <a:p>
            <a:pPr>
              <a:lnSpc>
                <a:spcPct val="100000"/>
              </a:lnSpc>
            </a:pPr>
            <a:r>
              <a:rPr lang="en-US" sz="1800" dirty="0">
                <a:latin typeface="Century"/>
              </a:rPr>
              <a:t>APPROACH:</a:t>
            </a:r>
          </a:p>
        </p:txBody>
      </p:sp>
      <p:sp>
        <p:nvSpPr>
          <p:cNvPr id="5" name="Slide Number Placeholder 4">
            <a:extLst>
              <a:ext uri="{FF2B5EF4-FFF2-40B4-BE49-F238E27FC236}">
                <a16:creationId xmlns:a16="http://schemas.microsoft.com/office/drawing/2014/main" id="{21D09B21-3889-FDB4-2B80-3E7A829A2552}"/>
              </a:ext>
            </a:extLst>
          </p:cNvPr>
          <p:cNvSpPr>
            <a:spLocks noGrp="1"/>
          </p:cNvSpPr>
          <p:nvPr>
            <p:ph type="sldNum" sz="quarter" idx="11"/>
          </p:nvPr>
        </p:nvSpPr>
        <p:spPr/>
        <p:txBody>
          <a:bodyPr/>
          <a:lstStyle/>
          <a:p>
            <a:fld id="{B67B645E-C5E5-4727-B977-D372A0AA71D9}" type="slidenum">
              <a:rPr lang="en-US" smtClean="0"/>
              <a:pPr/>
              <a:t>4</a:t>
            </a:fld>
            <a:endParaRPr lang="en-US" dirty="0"/>
          </a:p>
        </p:txBody>
      </p:sp>
      <p:sp>
        <p:nvSpPr>
          <p:cNvPr id="10" name="Content Placeholder 9">
            <a:extLst>
              <a:ext uri="{FF2B5EF4-FFF2-40B4-BE49-F238E27FC236}">
                <a16:creationId xmlns:a16="http://schemas.microsoft.com/office/drawing/2014/main" id="{1127146F-B340-66CB-72DA-B4D76C7E6AEE}"/>
              </a:ext>
            </a:extLst>
          </p:cNvPr>
          <p:cNvSpPr>
            <a:spLocks noGrp="1"/>
          </p:cNvSpPr>
          <p:nvPr>
            <p:ph sz="quarter" idx="13"/>
          </p:nvPr>
        </p:nvSpPr>
        <p:spPr>
          <a:xfrm>
            <a:off x="6501382" y="613476"/>
            <a:ext cx="5437923" cy="3498821"/>
          </a:xfrm>
        </p:spPr>
        <p:txBody>
          <a:bodyPr vert="horz" lIns="0" tIns="0" rIns="0" bIns="0" rtlCol="0" anchor="t">
            <a:noAutofit/>
          </a:bodyPr>
          <a:lstStyle/>
          <a:p>
            <a:pPr marL="347345" indent="-347345" algn="just"/>
            <a:r>
              <a:rPr lang="en-US" sz="1800" dirty="0">
                <a:solidFill>
                  <a:schemeClr val="accent6">
                    <a:lumMod val="49000"/>
                  </a:schemeClr>
                </a:solidFill>
                <a:latin typeface="Cambria Math"/>
                <a:ea typeface="Cambria Math"/>
              </a:rPr>
              <a:t>To find the different qualities of wine present in the dataset</a:t>
            </a:r>
          </a:p>
          <a:p>
            <a:pPr marL="347345" indent="-347345" algn="just"/>
            <a:r>
              <a:rPr lang="en-US" sz="1800" dirty="0">
                <a:solidFill>
                  <a:schemeClr val="accent6">
                    <a:lumMod val="49000"/>
                  </a:schemeClr>
                </a:solidFill>
                <a:latin typeface="Cambria Math"/>
                <a:ea typeface="Cambria Math"/>
              </a:rPr>
              <a:t>Creating a dictionary and using for loop with key as quality of wine and value as the number of wines of that particular quality.</a:t>
            </a:r>
          </a:p>
        </p:txBody>
      </p:sp>
      <p:sp>
        <p:nvSpPr>
          <p:cNvPr id="16" name="Rectangle 15">
            <a:extLst>
              <a:ext uri="{FF2B5EF4-FFF2-40B4-BE49-F238E27FC236}">
                <a16:creationId xmlns:a16="http://schemas.microsoft.com/office/drawing/2014/main" id="{55203CD0-D7A8-80A4-C03B-32E5C491137C}"/>
              </a:ext>
            </a:extLst>
          </p:cNvPr>
          <p:cNvSpPr/>
          <p:nvPr/>
        </p:nvSpPr>
        <p:spPr>
          <a:xfrm rot="5400000">
            <a:off x="7465061" y="1547888"/>
            <a:ext cx="3463772" cy="4675292"/>
          </a:xfrm>
          <a:prstGeom prst="rect">
            <a:avLst/>
          </a:prstGeom>
          <a:solidFill>
            <a:schemeClr val="accent6">
              <a:lumMod val="50000"/>
            </a:schemeClr>
          </a:solidFill>
          <a:ln>
            <a:noFill/>
          </a:ln>
          <a:effectLst>
            <a:outerShdw blurRad="330200" dist="304800" dir="5400000" algn="t"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pic>
        <p:nvPicPr>
          <p:cNvPr id="8" name="Picture Placeholder 7" descr="A screenshot of a computer program&#10;&#10;AI-generated content may be incorrect.">
            <a:extLst>
              <a:ext uri="{FF2B5EF4-FFF2-40B4-BE49-F238E27FC236}">
                <a16:creationId xmlns:a16="http://schemas.microsoft.com/office/drawing/2014/main" id="{B4DB2D1B-C087-B78E-FCCF-A5F65DAA4528}"/>
              </a:ext>
            </a:extLst>
          </p:cNvPr>
          <p:cNvPicPr>
            <a:picLocks noGrp="1" noChangeAspect="1"/>
          </p:cNvPicPr>
          <p:nvPr>
            <p:ph type="pic" sz="quarter" idx="14"/>
          </p:nvPr>
        </p:nvPicPr>
        <p:blipFill>
          <a:blip r:embed="rId2"/>
          <a:srcRect l="2756" r="2756"/>
          <a:stretch>
            <a:fillRect/>
          </a:stretch>
        </p:blipFill>
        <p:spPr>
          <a:xfrm>
            <a:off x="0" y="289832"/>
            <a:ext cx="5344800" cy="3236071"/>
          </a:xfrm>
          <a:prstGeom prst="rect">
            <a:avLst/>
          </a:prstGeom>
          <a:ln>
            <a:noFill/>
          </a:ln>
          <a:effectLst>
            <a:outerShdw blurRad="292100" dist="139700" dir="2700000" algn="tl" rotWithShape="0">
              <a:srgbClr val="333333">
                <a:alpha val="0"/>
              </a:srgbClr>
            </a:outerShdw>
          </a:effectLst>
        </p:spPr>
      </p:pic>
      <p:sp>
        <p:nvSpPr>
          <p:cNvPr id="17" name="TextBox 16">
            <a:extLst>
              <a:ext uri="{FF2B5EF4-FFF2-40B4-BE49-F238E27FC236}">
                <a16:creationId xmlns:a16="http://schemas.microsoft.com/office/drawing/2014/main" id="{67E301A5-6E1C-BF28-3DE9-29B25793FACA}"/>
              </a:ext>
            </a:extLst>
          </p:cNvPr>
          <p:cNvSpPr txBox="1"/>
          <p:nvPr/>
        </p:nvSpPr>
        <p:spPr>
          <a:xfrm>
            <a:off x="304800" y="3753394"/>
            <a:ext cx="60959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b="1" dirty="0">
                <a:solidFill>
                  <a:srgbClr val="0A4B9D"/>
                </a:solidFill>
                <a:latin typeface="Cambria Math"/>
                <a:ea typeface="Cambria Math"/>
              </a:rPr>
              <a:t>VISUAL REPRESENTATION USING BAR GRAPH</a:t>
            </a:r>
          </a:p>
        </p:txBody>
      </p:sp>
      <p:pic>
        <p:nvPicPr>
          <p:cNvPr id="7" name="Picture 6" descr="A bar chart with blue bars&#10;&#10;AI-generated content may be incorrect.">
            <a:extLst>
              <a:ext uri="{FF2B5EF4-FFF2-40B4-BE49-F238E27FC236}">
                <a16:creationId xmlns:a16="http://schemas.microsoft.com/office/drawing/2014/main" id="{B21EA423-9F65-1E0F-1420-27AF43CF06DC}"/>
              </a:ext>
            </a:extLst>
          </p:cNvPr>
          <p:cNvPicPr>
            <a:picLocks noChangeAspect="1"/>
          </p:cNvPicPr>
          <p:nvPr/>
        </p:nvPicPr>
        <p:blipFill>
          <a:blip r:embed="rId3"/>
          <a:stretch>
            <a:fillRect/>
          </a:stretch>
        </p:blipFill>
        <p:spPr>
          <a:xfrm>
            <a:off x="7429865" y="2599373"/>
            <a:ext cx="4302029" cy="3406775"/>
          </a:xfrm>
          <a:prstGeom prst="rect">
            <a:avLst/>
          </a:prstGeom>
        </p:spPr>
      </p:pic>
      <p:cxnSp>
        <p:nvCxnSpPr>
          <p:cNvPr id="12" name="Connector: Elbow 11">
            <a:extLst>
              <a:ext uri="{FF2B5EF4-FFF2-40B4-BE49-F238E27FC236}">
                <a16:creationId xmlns:a16="http://schemas.microsoft.com/office/drawing/2014/main" id="{ADE88F21-1FD7-F787-92A2-21B9EB4B770C}"/>
              </a:ext>
            </a:extLst>
          </p:cNvPr>
          <p:cNvCxnSpPr/>
          <p:nvPr/>
        </p:nvCxnSpPr>
        <p:spPr>
          <a:xfrm flipV="1">
            <a:off x="5344160" y="3083560"/>
            <a:ext cx="2336800" cy="812800"/>
          </a:xfrm>
          <a:prstGeom prst="bentConnector3">
            <a:avLst/>
          </a:prstGeom>
          <a:ln w="28575">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C0DA5D6-30EA-FED2-2D42-06D797253871}"/>
              </a:ext>
            </a:extLst>
          </p:cNvPr>
          <p:cNvSpPr txBox="1"/>
          <p:nvPr/>
        </p:nvSpPr>
        <p:spPr>
          <a:xfrm>
            <a:off x="335280" y="41148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cap="all">
                <a:solidFill>
                  <a:srgbClr val="262626"/>
                </a:solidFill>
                <a:latin typeface="Century"/>
              </a:rPr>
              <a:t>CONCLUSION:</a:t>
            </a:r>
            <a:endParaRPr lang="en-US"/>
          </a:p>
        </p:txBody>
      </p:sp>
      <p:graphicFrame>
        <p:nvGraphicFramePr>
          <p:cNvPr id="9" name="Table 8">
            <a:extLst>
              <a:ext uri="{FF2B5EF4-FFF2-40B4-BE49-F238E27FC236}">
                <a16:creationId xmlns:a16="http://schemas.microsoft.com/office/drawing/2014/main" id="{A16A9883-B092-F9BE-B347-D1BD9DA6A04E}"/>
              </a:ext>
            </a:extLst>
          </p:cNvPr>
          <p:cNvGraphicFramePr>
            <a:graphicFrameLocks noGrp="1"/>
          </p:cNvGraphicFramePr>
          <p:nvPr>
            <p:extLst>
              <p:ext uri="{D42A27DB-BD31-4B8C-83A1-F6EECF244321}">
                <p14:modId xmlns:p14="http://schemas.microsoft.com/office/powerpoint/2010/main" val="2696761658"/>
              </p:ext>
            </p:extLst>
          </p:nvPr>
        </p:nvGraphicFramePr>
        <p:xfrm>
          <a:off x="335280" y="4541520"/>
          <a:ext cx="5307004" cy="2194560"/>
        </p:xfrm>
        <a:graphic>
          <a:graphicData uri="http://schemas.openxmlformats.org/drawingml/2006/table">
            <a:tbl>
              <a:tblPr firstRow="1" bandRow="1">
                <a:tableStyleId>{68D230F3-CF80-4859-8CE7-A43EE81993B5}</a:tableStyleId>
              </a:tblPr>
              <a:tblGrid>
                <a:gridCol w="2653502">
                  <a:extLst>
                    <a:ext uri="{9D8B030D-6E8A-4147-A177-3AD203B41FA5}">
                      <a16:colId xmlns:a16="http://schemas.microsoft.com/office/drawing/2014/main" val="1313015596"/>
                    </a:ext>
                  </a:extLst>
                </a:gridCol>
                <a:gridCol w="2653502">
                  <a:extLst>
                    <a:ext uri="{9D8B030D-6E8A-4147-A177-3AD203B41FA5}">
                      <a16:colId xmlns:a16="http://schemas.microsoft.com/office/drawing/2014/main" val="3246222862"/>
                    </a:ext>
                  </a:extLst>
                </a:gridCol>
              </a:tblGrid>
              <a:tr h="239699">
                <a:tc>
                  <a:txBody>
                    <a:bodyPr/>
                    <a:lstStyle/>
                    <a:p>
                      <a:pPr algn="ctr"/>
                      <a:r>
                        <a:rPr lang="en-US" b="1" dirty="0"/>
                        <a:t>Quality = 3</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lgn="ctr">
                        <a:buNone/>
                      </a:pPr>
                      <a:r>
                        <a:rPr lang="en-US" b="1" dirty="0"/>
                        <a:t>10</a:t>
                      </a: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890660230"/>
                  </a:ext>
                </a:extLst>
              </a:tr>
              <a:tr h="239699">
                <a:tc>
                  <a:txBody>
                    <a:bodyPr/>
                    <a:lstStyle/>
                    <a:p>
                      <a:pPr algn="ctr"/>
                      <a:r>
                        <a:rPr lang="en-US" b="1" dirty="0"/>
                        <a:t>Quality = 4</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lgn="ctr">
                        <a:buNone/>
                      </a:pPr>
                      <a:r>
                        <a:rPr lang="en-US" b="1" dirty="0"/>
                        <a:t>53</a:t>
                      </a: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738013964"/>
                  </a:ext>
                </a:extLst>
              </a:tr>
              <a:tr h="239699">
                <a:tc>
                  <a:txBody>
                    <a:bodyPr/>
                    <a:lstStyle/>
                    <a:p>
                      <a:pPr algn="ctr"/>
                      <a:r>
                        <a:rPr lang="en-US" b="1" dirty="0"/>
                        <a:t>Quality = 5</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lgn="ctr">
                        <a:buNone/>
                      </a:pPr>
                      <a:r>
                        <a:rPr lang="en-US" b="1" dirty="0"/>
                        <a:t>681</a:t>
                      </a: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4156932412"/>
                  </a:ext>
                </a:extLst>
              </a:tr>
              <a:tr h="239699">
                <a:tc>
                  <a:txBody>
                    <a:bodyPr/>
                    <a:lstStyle/>
                    <a:p>
                      <a:pPr algn="ctr"/>
                      <a:r>
                        <a:rPr lang="en-US" b="1" dirty="0"/>
                        <a:t>Quality =6</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lgn="ctr">
                        <a:buNone/>
                      </a:pPr>
                      <a:r>
                        <a:rPr lang="en-US" b="1" dirty="0"/>
                        <a:t>638</a:t>
                      </a: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50879595"/>
                  </a:ext>
                </a:extLst>
              </a:tr>
              <a:tr h="239699">
                <a:tc>
                  <a:txBody>
                    <a:bodyPr/>
                    <a:lstStyle/>
                    <a:p>
                      <a:pPr algn="ctr"/>
                      <a:r>
                        <a:rPr lang="en-US" b="1" dirty="0"/>
                        <a:t>Quality =7</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lgn="ctr">
                        <a:buNone/>
                      </a:pPr>
                      <a:r>
                        <a:rPr lang="en-US" b="1" dirty="0"/>
                        <a:t>199</a:t>
                      </a: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4211312831"/>
                  </a:ext>
                </a:extLst>
              </a:tr>
              <a:tr h="239698">
                <a:tc>
                  <a:txBody>
                    <a:bodyPr/>
                    <a:lstStyle/>
                    <a:p>
                      <a:pPr lvl="0" algn="ctr">
                        <a:buNone/>
                      </a:pPr>
                      <a:r>
                        <a:rPr lang="en-US" b="1" dirty="0"/>
                        <a:t>Quality = 8</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lgn="ctr">
                        <a:buNone/>
                      </a:pPr>
                      <a:r>
                        <a:rPr lang="en-US" b="1" dirty="0"/>
                        <a:t>18</a:t>
                      </a: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884381827"/>
                  </a:ext>
                </a:extLst>
              </a:tr>
            </a:tbl>
          </a:graphicData>
        </a:graphic>
      </p:graphicFrame>
    </p:spTree>
    <p:extLst>
      <p:ext uri="{BB962C8B-B14F-4D97-AF65-F5344CB8AC3E}">
        <p14:creationId xmlns:p14="http://schemas.microsoft.com/office/powerpoint/2010/main" val="6704129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44B6C-8818-4377-3D5D-F85678E622F1}"/>
            </a:ext>
          </a:extLst>
        </p:cNvPr>
        <p:cNvGrpSpPr/>
        <p:nvPr/>
      </p:nvGrpSpPr>
      <p:grpSpPr>
        <a:xfrm>
          <a:off x="0" y="0"/>
          <a:ext cx="0" cy="0"/>
          <a:chOff x="0" y="0"/>
          <a:chExt cx="0" cy="0"/>
        </a:xfrm>
      </p:grpSpPr>
      <p:pic>
        <p:nvPicPr>
          <p:cNvPr id="9" name="Picture Placeholder 8" descr="A screenshot of a computer&#10;&#10;AI-generated content may be incorrect.">
            <a:extLst>
              <a:ext uri="{FF2B5EF4-FFF2-40B4-BE49-F238E27FC236}">
                <a16:creationId xmlns:a16="http://schemas.microsoft.com/office/drawing/2014/main" id="{96C4DD0C-A5AE-91DA-3394-F66374A516B0}"/>
              </a:ext>
            </a:extLst>
          </p:cNvPr>
          <p:cNvPicPr>
            <a:picLocks noGrp="1" noChangeAspect="1"/>
          </p:cNvPicPr>
          <p:nvPr>
            <p:ph type="pic" sz="quarter" idx="11"/>
          </p:nvPr>
        </p:nvPicPr>
        <p:blipFill>
          <a:blip r:embed="rId2"/>
          <a:srcRect l="709" r="709"/>
          <a:stretch/>
        </p:blipFill>
        <p:spPr>
          <a:xfrm>
            <a:off x="502920" y="1711864"/>
            <a:ext cx="7188200" cy="4578288"/>
          </a:xfrm>
        </p:spPr>
      </p:pic>
      <p:sp>
        <p:nvSpPr>
          <p:cNvPr id="3" name="Title 2">
            <a:extLst>
              <a:ext uri="{FF2B5EF4-FFF2-40B4-BE49-F238E27FC236}">
                <a16:creationId xmlns:a16="http://schemas.microsoft.com/office/drawing/2014/main" id="{C5196A10-E65F-497E-63FF-C2559A0ED937}"/>
              </a:ext>
            </a:extLst>
          </p:cNvPr>
          <p:cNvSpPr>
            <a:spLocks noGrp="1"/>
          </p:cNvSpPr>
          <p:nvPr>
            <p:ph type="title"/>
          </p:nvPr>
        </p:nvSpPr>
        <p:spPr>
          <a:xfrm>
            <a:off x="505968" y="831088"/>
            <a:ext cx="6931152" cy="557784"/>
          </a:xfrm>
        </p:spPr>
        <p:txBody>
          <a:bodyPr/>
          <a:lstStyle/>
          <a:p>
            <a:r>
              <a:rPr lang="en-US" sz="3200" dirty="0"/>
              <a:t>Question-2</a:t>
            </a:r>
          </a:p>
        </p:txBody>
      </p:sp>
      <p:sp>
        <p:nvSpPr>
          <p:cNvPr id="11" name="Rectangle 10">
            <a:extLst>
              <a:ext uri="{FF2B5EF4-FFF2-40B4-BE49-F238E27FC236}">
                <a16:creationId xmlns:a16="http://schemas.microsoft.com/office/drawing/2014/main" id="{6F3FB4C8-3035-72CE-1155-98B4069628E7}"/>
              </a:ext>
            </a:extLst>
          </p:cNvPr>
          <p:cNvSpPr/>
          <p:nvPr/>
        </p:nvSpPr>
        <p:spPr>
          <a:xfrm>
            <a:off x="3698875" y="3277235"/>
            <a:ext cx="8402320" cy="2387600"/>
          </a:xfrm>
          <a:prstGeom prst="rect">
            <a:avLst/>
          </a:prstGeom>
          <a:solidFill>
            <a:schemeClr val="accent6">
              <a:lumMod val="60000"/>
              <a:lumOff val="40000"/>
            </a:schemeClr>
          </a:solidFill>
          <a:ln>
            <a:solidFill>
              <a:schemeClr val="accent6">
                <a:lumMod val="60000"/>
                <a:lumOff val="40000"/>
              </a:schemeClr>
            </a:solid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 name="Text Placeholder 3">
            <a:extLst>
              <a:ext uri="{FF2B5EF4-FFF2-40B4-BE49-F238E27FC236}">
                <a16:creationId xmlns:a16="http://schemas.microsoft.com/office/drawing/2014/main" id="{35625922-AA94-7FC8-46D7-71FC0AE39DB8}"/>
              </a:ext>
            </a:extLst>
          </p:cNvPr>
          <p:cNvSpPr>
            <a:spLocks noGrp="1"/>
          </p:cNvSpPr>
          <p:nvPr>
            <p:ph type="body" sz="quarter" idx="10"/>
          </p:nvPr>
        </p:nvSpPr>
        <p:spPr>
          <a:xfrm>
            <a:off x="3614927" y="3527552"/>
            <a:ext cx="8404352" cy="4480560"/>
          </a:xfrm>
        </p:spPr>
        <p:txBody>
          <a:bodyPr vert="horz" lIns="0" tIns="0" rIns="0" bIns="0" rtlCol="0" anchor="t">
            <a:noAutofit/>
          </a:bodyPr>
          <a:lstStyle/>
          <a:p>
            <a:pPr algn="r">
              <a:lnSpc>
                <a:spcPct val="100000"/>
              </a:lnSpc>
            </a:pPr>
            <a:r>
              <a:rPr lang="en-US" sz="3200" dirty="0">
                <a:solidFill>
                  <a:schemeClr val="accent6">
                    <a:lumMod val="49000"/>
                  </a:schemeClr>
                </a:solidFill>
                <a:latin typeface="Californian FB"/>
                <a:ea typeface="+mn-lt"/>
                <a:cs typeface="+mn-lt"/>
              </a:rPr>
              <a:t>How is `fixed acidity` correlated to the quality of the wine? How does the alcohol content affect the quality? How is the `free Sulphur dioxide` content correlated to the quality of the wine?</a:t>
            </a:r>
            <a:endParaRPr lang="en-US" sz="3200">
              <a:solidFill>
                <a:schemeClr val="accent6">
                  <a:lumMod val="49000"/>
                </a:schemeClr>
              </a:solidFill>
              <a:latin typeface="Californian FB"/>
              <a:ea typeface="+mn-lt"/>
              <a:cs typeface="+mn-lt"/>
            </a:endParaRPr>
          </a:p>
          <a:p>
            <a:pPr algn="r">
              <a:lnSpc>
                <a:spcPct val="100000"/>
              </a:lnSpc>
            </a:pPr>
            <a:endParaRPr lang="en-US" sz="3600" dirty="0">
              <a:solidFill>
                <a:schemeClr val="accent6">
                  <a:lumMod val="49000"/>
                </a:schemeClr>
              </a:solidFill>
              <a:latin typeface="Californian FB"/>
            </a:endParaRPr>
          </a:p>
          <a:p>
            <a:endParaRPr lang="en-US" dirty="0">
              <a:solidFill>
                <a:schemeClr val="accent6">
                  <a:lumMod val="49000"/>
                </a:schemeClr>
              </a:solidFill>
            </a:endParaRPr>
          </a:p>
        </p:txBody>
      </p:sp>
    </p:spTree>
    <p:extLst>
      <p:ext uri="{BB962C8B-B14F-4D97-AF65-F5344CB8AC3E}">
        <p14:creationId xmlns:p14="http://schemas.microsoft.com/office/powerpoint/2010/main" val="6268827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6EE7D-DADE-0766-C93B-618DF186DC0C}"/>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330C9CCF-E7E1-CA67-900D-2C1CAE240C1C}"/>
              </a:ext>
            </a:extLst>
          </p:cNvPr>
          <p:cNvSpPr/>
          <p:nvPr/>
        </p:nvSpPr>
        <p:spPr>
          <a:xfrm>
            <a:off x="0" y="297543"/>
            <a:ext cx="6097485" cy="6561216"/>
          </a:xfrm>
          <a:prstGeom prst="rect">
            <a:avLst/>
          </a:prstGeom>
          <a:solidFill>
            <a:schemeClr val="accent6">
              <a:lumMod val="60000"/>
              <a:lumOff val="40000"/>
            </a:schemeClr>
          </a:solidFill>
          <a:ln>
            <a:noFill/>
          </a:ln>
          <a:effectLst>
            <a:outerShdw blurRad="482600" dist="101600" dir="21540000" algn="t" rotWithShape="0">
              <a:srgbClr val="000000">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b="1" dirty="0">
              <a:solidFill>
                <a:schemeClr val="lt1"/>
              </a:solidFill>
            </a:endParaRPr>
          </a:p>
        </p:txBody>
      </p:sp>
      <p:sp>
        <p:nvSpPr>
          <p:cNvPr id="173" name="Rectangle 172">
            <a:extLst>
              <a:ext uri="{FF2B5EF4-FFF2-40B4-BE49-F238E27FC236}">
                <a16:creationId xmlns:a16="http://schemas.microsoft.com/office/drawing/2014/main" id="{9DE64C5B-8001-E96D-F185-1ADB19AB90A8}"/>
              </a:ext>
            </a:extLst>
          </p:cNvPr>
          <p:cNvSpPr/>
          <p:nvPr/>
        </p:nvSpPr>
        <p:spPr>
          <a:xfrm>
            <a:off x="4114801" y="294217"/>
            <a:ext cx="1983315" cy="4781972"/>
          </a:xfrm>
          <a:prstGeom prst="rect">
            <a:avLst/>
          </a:prstGeom>
          <a:solidFill>
            <a:schemeClr val="accent6">
              <a:lumMod val="50000"/>
            </a:schemeClr>
          </a:solidFill>
          <a:ln>
            <a:noFill/>
          </a:ln>
          <a:effectLst>
            <a:outerShdw blurRad="330200" dist="304800" dir="5400000" algn="t"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 name="Title 1">
            <a:extLst>
              <a:ext uri="{FF2B5EF4-FFF2-40B4-BE49-F238E27FC236}">
                <a16:creationId xmlns:a16="http://schemas.microsoft.com/office/drawing/2014/main" id="{BAFAC430-C213-1DD0-B12E-F8E299CAECF7}"/>
              </a:ext>
            </a:extLst>
          </p:cNvPr>
          <p:cNvSpPr>
            <a:spLocks noGrp="1"/>
          </p:cNvSpPr>
          <p:nvPr>
            <p:ph type="title"/>
          </p:nvPr>
        </p:nvSpPr>
        <p:spPr>
          <a:xfrm>
            <a:off x="6454939" y="297688"/>
            <a:ext cx="5255768" cy="557784"/>
          </a:xfrm>
        </p:spPr>
        <p:txBody>
          <a:bodyPr/>
          <a:lstStyle/>
          <a:p>
            <a:pPr>
              <a:lnSpc>
                <a:spcPct val="100000"/>
              </a:lnSpc>
            </a:pPr>
            <a:r>
              <a:rPr lang="en-US" sz="1800" dirty="0">
                <a:latin typeface="Century"/>
              </a:rPr>
              <a:t>APPROACH:</a:t>
            </a:r>
            <a:endParaRPr lang="en-US" sz="1800"/>
          </a:p>
        </p:txBody>
      </p:sp>
      <p:sp>
        <p:nvSpPr>
          <p:cNvPr id="5" name="Slide Number Placeholder 4">
            <a:extLst>
              <a:ext uri="{FF2B5EF4-FFF2-40B4-BE49-F238E27FC236}">
                <a16:creationId xmlns:a16="http://schemas.microsoft.com/office/drawing/2014/main" id="{B79255DC-0035-7153-478E-06288B5D4F52}"/>
              </a:ext>
            </a:extLst>
          </p:cNvPr>
          <p:cNvSpPr>
            <a:spLocks noGrp="1"/>
          </p:cNvSpPr>
          <p:nvPr>
            <p:ph type="sldNum" sz="quarter" idx="11"/>
          </p:nvPr>
        </p:nvSpPr>
        <p:spPr/>
        <p:txBody>
          <a:bodyPr/>
          <a:lstStyle/>
          <a:p>
            <a:fld id="{B67B645E-C5E5-4727-B977-D372A0AA71D9}" type="slidenum">
              <a:rPr lang="en-US" smtClean="0"/>
              <a:pPr/>
              <a:t>6</a:t>
            </a:fld>
            <a:endParaRPr lang="en-US" dirty="0"/>
          </a:p>
        </p:txBody>
      </p:sp>
      <p:sp>
        <p:nvSpPr>
          <p:cNvPr id="10" name="Content Placeholder 9">
            <a:extLst>
              <a:ext uri="{FF2B5EF4-FFF2-40B4-BE49-F238E27FC236}">
                <a16:creationId xmlns:a16="http://schemas.microsoft.com/office/drawing/2014/main" id="{E1D6222E-2B4D-3DA1-9F06-36B3A9BBA87D}"/>
              </a:ext>
            </a:extLst>
          </p:cNvPr>
          <p:cNvSpPr>
            <a:spLocks noGrp="1"/>
          </p:cNvSpPr>
          <p:nvPr>
            <p:ph sz="quarter" idx="13"/>
          </p:nvPr>
        </p:nvSpPr>
        <p:spPr>
          <a:xfrm>
            <a:off x="6450582" y="678065"/>
            <a:ext cx="5387123" cy="2238981"/>
          </a:xfrm>
        </p:spPr>
        <p:txBody>
          <a:bodyPr vert="horz" lIns="0" tIns="0" rIns="0" bIns="0" rtlCol="0" anchor="t">
            <a:normAutofit/>
          </a:bodyPr>
          <a:lstStyle/>
          <a:p>
            <a:pPr marL="347345" indent="-347345" algn="just">
              <a:lnSpc>
                <a:spcPct val="100000"/>
              </a:lnSpc>
              <a:spcAft>
                <a:spcPts val="1400"/>
              </a:spcAft>
            </a:pPr>
            <a:r>
              <a:rPr lang="en-US" sz="1800" dirty="0">
                <a:solidFill>
                  <a:schemeClr val="accent6">
                    <a:lumMod val="49000"/>
                  </a:schemeClr>
                </a:solidFill>
                <a:latin typeface="Cambria Math"/>
                <a:ea typeface="Cambria Math"/>
              </a:rPr>
              <a:t>To check the presence of any NaN (not a number) values.</a:t>
            </a:r>
            <a:endParaRPr lang="en-US" dirty="0">
              <a:solidFill>
                <a:schemeClr val="accent6">
                  <a:lumMod val="49000"/>
                </a:schemeClr>
              </a:solidFill>
              <a:latin typeface="Aptos Light"/>
              <a:ea typeface="Cambria Math"/>
            </a:endParaRPr>
          </a:p>
          <a:p>
            <a:pPr marL="347345" indent="-347345" algn="just">
              <a:lnSpc>
                <a:spcPct val="100000"/>
              </a:lnSpc>
              <a:spcAft>
                <a:spcPts val="1400"/>
              </a:spcAft>
            </a:pPr>
            <a:r>
              <a:rPr lang="en-US" sz="1800" dirty="0">
                <a:solidFill>
                  <a:schemeClr val="accent6">
                    <a:lumMod val="49000"/>
                  </a:schemeClr>
                </a:solidFill>
                <a:latin typeface="Cambria Math"/>
                <a:ea typeface="Cambria Math"/>
              </a:rPr>
              <a:t>Created a correlation matrix to analyze the data and visualized it by plotting a heatmap.</a:t>
            </a:r>
          </a:p>
        </p:txBody>
      </p:sp>
      <p:sp>
        <p:nvSpPr>
          <p:cNvPr id="12" name="TextBox 11">
            <a:extLst>
              <a:ext uri="{FF2B5EF4-FFF2-40B4-BE49-F238E27FC236}">
                <a16:creationId xmlns:a16="http://schemas.microsoft.com/office/drawing/2014/main" id="{9F42E763-48C7-E36C-4D94-6D36520023F9}"/>
              </a:ext>
            </a:extLst>
          </p:cNvPr>
          <p:cNvSpPr txBox="1"/>
          <p:nvPr/>
        </p:nvSpPr>
        <p:spPr>
          <a:xfrm>
            <a:off x="4233" y="4732867"/>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cap="all" dirty="0">
                <a:solidFill>
                  <a:srgbClr val="262626"/>
                </a:solidFill>
                <a:latin typeface="Century"/>
              </a:rPr>
              <a:t>INTERPRETATION:</a:t>
            </a:r>
            <a:endParaRPr lang="en-US" dirty="0"/>
          </a:p>
        </p:txBody>
      </p:sp>
      <p:sp>
        <p:nvSpPr>
          <p:cNvPr id="13" name="TextBox 12">
            <a:extLst>
              <a:ext uri="{FF2B5EF4-FFF2-40B4-BE49-F238E27FC236}">
                <a16:creationId xmlns:a16="http://schemas.microsoft.com/office/drawing/2014/main" id="{7011B8CD-DABB-9860-3EF3-4005428F3A51}"/>
              </a:ext>
            </a:extLst>
          </p:cNvPr>
          <p:cNvSpPr txBox="1"/>
          <p:nvPr/>
        </p:nvSpPr>
        <p:spPr>
          <a:xfrm>
            <a:off x="4234" y="5084233"/>
            <a:ext cx="5875867"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solidFill>
                  <a:srgbClr val="0A4B9D"/>
                </a:solidFill>
                <a:latin typeface="Cambria Math"/>
                <a:ea typeface="Cambria Math"/>
                <a:cs typeface="Arial"/>
              </a:rPr>
              <a:t>A correlation matrix checks the extent of linear proportionality among variables. The above matrix depicts that there is moderate positive correlation between amount of alcohol and quality of wine, whereas negligible  correlation between free sulfur dioxide, fixed acidity and quality of wine.</a:t>
            </a:r>
          </a:p>
        </p:txBody>
      </p:sp>
      <p:sp>
        <p:nvSpPr>
          <p:cNvPr id="16" name="Rectangle 15">
            <a:extLst>
              <a:ext uri="{FF2B5EF4-FFF2-40B4-BE49-F238E27FC236}">
                <a16:creationId xmlns:a16="http://schemas.microsoft.com/office/drawing/2014/main" id="{580C8532-8758-78FE-0F58-933D20433242}"/>
              </a:ext>
            </a:extLst>
          </p:cNvPr>
          <p:cNvSpPr/>
          <p:nvPr/>
        </p:nvSpPr>
        <p:spPr>
          <a:xfrm>
            <a:off x="9641841" y="4337897"/>
            <a:ext cx="2582755" cy="1002452"/>
          </a:xfrm>
          <a:prstGeom prst="rect">
            <a:avLst/>
          </a:prstGeom>
          <a:solidFill>
            <a:schemeClr val="accent6">
              <a:lumMod val="50000"/>
            </a:schemeClr>
          </a:solidFill>
          <a:ln>
            <a:noFill/>
          </a:ln>
          <a:effectLst>
            <a:outerShdw blurRad="330200" dist="304800" dir="5400000" algn="t"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4" name="TextBox 13">
            <a:extLst>
              <a:ext uri="{FF2B5EF4-FFF2-40B4-BE49-F238E27FC236}">
                <a16:creationId xmlns:a16="http://schemas.microsoft.com/office/drawing/2014/main" id="{E695B63A-0128-FA8C-C5DA-07C9CD07B33D}"/>
              </a:ext>
            </a:extLst>
          </p:cNvPr>
          <p:cNvSpPr txBox="1"/>
          <p:nvPr/>
        </p:nvSpPr>
        <p:spPr>
          <a:xfrm>
            <a:off x="6332340" y="217738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cap="all" dirty="0">
                <a:solidFill>
                  <a:srgbClr val="262626"/>
                </a:solidFill>
                <a:latin typeface="Century"/>
              </a:rPr>
              <a:t>CONCLUSION:</a:t>
            </a:r>
            <a:endParaRPr lang="en-US"/>
          </a:p>
        </p:txBody>
      </p:sp>
      <p:sp>
        <p:nvSpPr>
          <p:cNvPr id="15" name="TextBox 14">
            <a:extLst>
              <a:ext uri="{FF2B5EF4-FFF2-40B4-BE49-F238E27FC236}">
                <a16:creationId xmlns:a16="http://schemas.microsoft.com/office/drawing/2014/main" id="{E95454B1-2795-DA35-F2A1-FA40F96E3B86}"/>
              </a:ext>
            </a:extLst>
          </p:cNvPr>
          <p:cNvSpPr txBox="1"/>
          <p:nvPr/>
        </p:nvSpPr>
        <p:spPr>
          <a:xfrm>
            <a:off x="6272107" y="2689013"/>
            <a:ext cx="5611283"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solidFill>
                  <a:schemeClr val="accent6">
                    <a:lumMod val="49000"/>
                  </a:schemeClr>
                </a:solidFill>
                <a:latin typeface="Cambria Math"/>
                <a:ea typeface="+mn-lt"/>
                <a:cs typeface="+mn-lt"/>
              </a:rPr>
              <a:t>Among the variables shown, </a:t>
            </a:r>
            <a:r>
              <a:rPr lang="en-US" b="1" dirty="0">
                <a:solidFill>
                  <a:schemeClr val="accent6">
                    <a:lumMod val="49000"/>
                  </a:schemeClr>
                </a:solidFill>
                <a:latin typeface="Cambria Math"/>
                <a:ea typeface="+mn-lt"/>
                <a:cs typeface="+mn-lt"/>
              </a:rPr>
              <a:t>alcohol content has the strongest positive influence on wine quality (0.47).  </a:t>
            </a:r>
            <a:r>
              <a:rPr lang="en-US" dirty="0">
                <a:solidFill>
                  <a:schemeClr val="accent6">
                    <a:lumMod val="49000"/>
                  </a:schemeClr>
                </a:solidFill>
                <a:latin typeface="Cambria Math"/>
                <a:ea typeface="+mn-lt"/>
                <a:cs typeface="+mn-lt"/>
              </a:rPr>
              <a:t>This indicates that the quality of wine quite strongly depends on quality of wine.</a:t>
            </a:r>
            <a:r>
              <a:rPr lang="en-US" b="1" dirty="0">
                <a:solidFill>
                  <a:schemeClr val="accent6">
                    <a:lumMod val="49000"/>
                  </a:schemeClr>
                </a:solidFill>
                <a:latin typeface="Cambria Math"/>
                <a:ea typeface="+mn-lt"/>
                <a:cs typeface="+mn-lt"/>
              </a:rPr>
              <a:t> </a:t>
            </a:r>
            <a:r>
              <a:rPr lang="en-US" dirty="0">
                <a:solidFill>
                  <a:schemeClr val="accent6">
                    <a:lumMod val="49000"/>
                  </a:schemeClr>
                </a:solidFill>
                <a:latin typeface="Cambria Math"/>
                <a:ea typeface="+mn-lt"/>
                <a:cs typeface="+mn-lt"/>
              </a:rPr>
              <a:t>The other variables—</a:t>
            </a:r>
            <a:r>
              <a:rPr lang="en-US" b="1" dirty="0">
                <a:solidFill>
                  <a:schemeClr val="accent6">
                    <a:lumMod val="49000"/>
                  </a:schemeClr>
                </a:solidFill>
                <a:latin typeface="Cambria Math"/>
                <a:ea typeface="+mn-lt"/>
                <a:cs typeface="+mn-lt"/>
              </a:rPr>
              <a:t>fixed acidity</a:t>
            </a:r>
            <a:r>
              <a:rPr lang="en-US" dirty="0">
                <a:solidFill>
                  <a:schemeClr val="accent6">
                    <a:lumMod val="49000"/>
                  </a:schemeClr>
                </a:solidFill>
                <a:latin typeface="Cambria Math"/>
                <a:ea typeface="+mn-lt"/>
                <a:cs typeface="+mn-lt"/>
              </a:rPr>
              <a:t> and </a:t>
            </a:r>
            <a:r>
              <a:rPr lang="en-US" b="1" dirty="0">
                <a:solidFill>
                  <a:schemeClr val="accent6">
                    <a:lumMod val="49000"/>
                  </a:schemeClr>
                </a:solidFill>
                <a:latin typeface="Cambria Math"/>
                <a:ea typeface="+mn-lt"/>
                <a:cs typeface="+mn-lt"/>
              </a:rPr>
              <a:t>free sulfur dioxide </a:t>
            </a:r>
            <a:r>
              <a:rPr lang="en-US" dirty="0">
                <a:solidFill>
                  <a:schemeClr val="accent6">
                    <a:lumMod val="49000"/>
                  </a:schemeClr>
                </a:solidFill>
                <a:latin typeface="Cambria Math"/>
                <a:ea typeface="+mn-lt"/>
                <a:cs typeface="+mn-lt"/>
              </a:rPr>
              <a:t>show little (0.12) to no (-0.05) meaningful correlation with wine quality. </a:t>
            </a:r>
            <a:endParaRPr lang="en-US" dirty="0">
              <a:solidFill>
                <a:schemeClr val="accent6">
                  <a:lumMod val="49000"/>
                </a:schemeClr>
              </a:solidFill>
              <a:latin typeface="Cambria Math"/>
            </a:endParaRPr>
          </a:p>
        </p:txBody>
      </p:sp>
      <p:graphicFrame>
        <p:nvGraphicFramePr>
          <p:cNvPr id="17" name="Diagram 16">
            <a:extLst>
              <a:ext uri="{FF2B5EF4-FFF2-40B4-BE49-F238E27FC236}">
                <a16:creationId xmlns:a16="http://schemas.microsoft.com/office/drawing/2014/main" id="{4E02FC10-396C-892F-C44A-547F2EBDEB5F}"/>
              </a:ext>
            </a:extLst>
          </p:cNvPr>
          <p:cNvGraphicFramePr/>
          <p:nvPr>
            <p:extLst>
              <p:ext uri="{D42A27DB-BD31-4B8C-83A1-F6EECF244321}">
                <p14:modId xmlns:p14="http://schemas.microsoft.com/office/powerpoint/2010/main" val="506643153"/>
              </p:ext>
            </p:extLst>
          </p:nvPr>
        </p:nvGraphicFramePr>
        <p:xfrm>
          <a:off x="9956800" y="4353560"/>
          <a:ext cx="1920240" cy="9753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68" name="TextBox 167">
            <a:extLst>
              <a:ext uri="{FF2B5EF4-FFF2-40B4-BE49-F238E27FC236}">
                <a16:creationId xmlns:a16="http://schemas.microsoft.com/office/drawing/2014/main" id="{9D3C824D-228D-9BCD-B784-0AE9F1BA205A}"/>
              </a:ext>
            </a:extLst>
          </p:cNvPr>
          <p:cNvSpPr txBox="1"/>
          <p:nvPr/>
        </p:nvSpPr>
        <p:spPr>
          <a:xfrm>
            <a:off x="11875611" y="4679473"/>
            <a:ext cx="34544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dirty="0">
                <a:solidFill>
                  <a:schemeClr val="bg1"/>
                </a:solidFill>
              </a:rPr>
              <a:t>1</a:t>
            </a:r>
          </a:p>
        </p:txBody>
      </p:sp>
      <p:sp>
        <p:nvSpPr>
          <p:cNvPr id="169" name="TextBox 168">
            <a:extLst>
              <a:ext uri="{FF2B5EF4-FFF2-40B4-BE49-F238E27FC236}">
                <a16:creationId xmlns:a16="http://schemas.microsoft.com/office/drawing/2014/main" id="{051C6215-DCB4-C898-8B0A-DCCA1A3F62EE}"/>
              </a:ext>
            </a:extLst>
          </p:cNvPr>
          <p:cNvSpPr txBox="1"/>
          <p:nvPr/>
        </p:nvSpPr>
        <p:spPr>
          <a:xfrm>
            <a:off x="9682480" y="4653280"/>
            <a:ext cx="53848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chemeClr val="bg1"/>
                </a:solidFill>
              </a:rPr>
              <a:t>-1</a:t>
            </a:r>
            <a:endParaRPr lang="en-US" dirty="0">
              <a:solidFill>
                <a:schemeClr val="bg1"/>
              </a:solidFill>
            </a:endParaRPr>
          </a:p>
        </p:txBody>
      </p:sp>
      <p:sp>
        <p:nvSpPr>
          <p:cNvPr id="20" name="TextBox 19">
            <a:extLst>
              <a:ext uri="{FF2B5EF4-FFF2-40B4-BE49-F238E27FC236}">
                <a16:creationId xmlns:a16="http://schemas.microsoft.com/office/drawing/2014/main" id="{490E8597-1CD4-7925-6550-53183EDBA86A}"/>
              </a:ext>
            </a:extLst>
          </p:cNvPr>
          <p:cNvSpPr txBox="1"/>
          <p:nvPr/>
        </p:nvSpPr>
        <p:spPr>
          <a:xfrm>
            <a:off x="6329680" y="4307840"/>
            <a:ext cx="331216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solidFill>
                  <a:schemeClr val="accent6">
                    <a:lumMod val="49000"/>
                  </a:schemeClr>
                </a:solidFill>
                <a:latin typeface="Cambria Math"/>
                <a:ea typeface="Cambria Math"/>
              </a:rPr>
              <a:t>The negative sign also indicates that at microscopic level increase in amount of free sulfur dioxide reduces the </a:t>
            </a:r>
          </a:p>
        </p:txBody>
      </p:sp>
      <p:sp>
        <p:nvSpPr>
          <p:cNvPr id="21" name="TextBox 20">
            <a:extLst>
              <a:ext uri="{FF2B5EF4-FFF2-40B4-BE49-F238E27FC236}">
                <a16:creationId xmlns:a16="http://schemas.microsoft.com/office/drawing/2014/main" id="{A64CD263-23F8-6361-08C2-A2570CB7581E}"/>
              </a:ext>
            </a:extLst>
          </p:cNvPr>
          <p:cNvSpPr txBox="1"/>
          <p:nvPr/>
        </p:nvSpPr>
        <p:spPr>
          <a:xfrm>
            <a:off x="6329680" y="5364480"/>
            <a:ext cx="561848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solidFill>
                  <a:schemeClr val="accent6">
                    <a:lumMod val="49000"/>
                  </a:schemeClr>
                </a:solidFill>
                <a:latin typeface="Cambria Math"/>
                <a:ea typeface="Cambria Math"/>
              </a:rPr>
              <a:t>quality</a:t>
            </a:r>
            <a:r>
              <a:rPr lang="en-US" dirty="0">
                <a:solidFill>
                  <a:schemeClr val="accent6">
                    <a:lumMod val="49000"/>
                  </a:schemeClr>
                </a:solidFill>
                <a:latin typeface="Cambria Math"/>
                <a:ea typeface="Cambria Math"/>
                <a:cs typeface="+mn-lt"/>
              </a:rPr>
              <a:t> of wine</a:t>
            </a:r>
            <a:r>
              <a:rPr lang="en-US" dirty="0">
                <a:solidFill>
                  <a:schemeClr val="accent6">
                    <a:lumMod val="49000"/>
                  </a:schemeClr>
                </a:solidFill>
                <a:latin typeface="Cambria Math"/>
                <a:ea typeface="Cambria Math"/>
              </a:rPr>
              <a:t>. </a:t>
            </a:r>
            <a:r>
              <a:rPr lang="en-US" dirty="0">
                <a:solidFill>
                  <a:schemeClr val="accent6">
                    <a:lumMod val="49000"/>
                  </a:schemeClr>
                </a:solidFill>
                <a:latin typeface="Cambria Math"/>
                <a:ea typeface="Cambria Math"/>
                <a:cs typeface="+mn-lt"/>
              </a:rPr>
              <a:t>Hence, alcohol level could be a good predictor of quality, while the others may not significantly affect it.</a:t>
            </a:r>
          </a:p>
          <a:p>
            <a:pPr algn="just"/>
            <a:endParaRPr lang="en-US" dirty="0">
              <a:solidFill>
                <a:schemeClr val="accent6">
                  <a:lumMod val="49000"/>
                </a:schemeClr>
              </a:solidFill>
              <a:latin typeface="Aptos Light"/>
              <a:ea typeface="Cambria Math"/>
            </a:endParaRPr>
          </a:p>
        </p:txBody>
      </p:sp>
      <p:pic>
        <p:nvPicPr>
          <p:cNvPr id="32" name="Picture Placeholder 31" descr="A black screen with white text&#10;&#10;AI-generated content may be incorrect.">
            <a:extLst>
              <a:ext uri="{FF2B5EF4-FFF2-40B4-BE49-F238E27FC236}">
                <a16:creationId xmlns:a16="http://schemas.microsoft.com/office/drawing/2014/main" id="{88C019B7-8CCD-0A0F-41B6-B4CC2FF9F0B9}"/>
              </a:ext>
            </a:extLst>
          </p:cNvPr>
          <p:cNvPicPr>
            <a:picLocks noGrp="1" noChangeAspect="1"/>
          </p:cNvPicPr>
          <p:nvPr>
            <p:ph type="pic" sz="quarter" idx="14"/>
          </p:nvPr>
        </p:nvPicPr>
        <p:blipFill>
          <a:blip r:embed="rId7"/>
          <a:srcRect t="4302" b="4302"/>
          <a:stretch/>
        </p:blipFill>
        <p:spPr>
          <a:xfrm>
            <a:off x="0" y="575809"/>
            <a:ext cx="5875110" cy="1059316"/>
          </a:xfrm>
          <a:prstGeom prst="rect">
            <a:avLst/>
          </a:prstGeom>
          <a:solidFill>
            <a:srgbClr val="60A2F5">
              <a:lumMod val="75000"/>
            </a:srgbClr>
          </a:solidFill>
        </p:spPr>
      </p:pic>
      <p:pic>
        <p:nvPicPr>
          <p:cNvPr id="33" name="Picture 32" descr="A chart of different colored squares&#10;&#10;AI-generated content may be incorrect.">
            <a:extLst>
              <a:ext uri="{FF2B5EF4-FFF2-40B4-BE49-F238E27FC236}">
                <a16:creationId xmlns:a16="http://schemas.microsoft.com/office/drawing/2014/main" id="{EFF3229E-8308-9E1F-AF32-0BA2CEC9111A}"/>
              </a:ext>
            </a:extLst>
          </p:cNvPr>
          <p:cNvPicPr>
            <a:picLocks noChangeAspect="1"/>
          </p:cNvPicPr>
          <p:nvPr/>
        </p:nvPicPr>
        <p:blipFill>
          <a:blip r:embed="rId8"/>
          <a:stretch>
            <a:fillRect/>
          </a:stretch>
        </p:blipFill>
        <p:spPr>
          <a:xfrm>
            <a:off x="1782536" y="1800225"/>
            <a:ext cx="4316186" cy="2843894"/>
          </a:xfrm>
          <a:prstGeom prst="rect">
            <a:avLst/>
          </a:prstGeom>
        </p:spPr>
      </p:pic>
    </p:spTree>
    <p:extLst>
      <p:ext uri="{BB962C8B-B14F-4D97-AF65-F5344CB8AC3E}">
        <p14:creationId xmlns:p14="http://schemas.microsoft.com/office/powerpoint/2010/main" val="2300951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42329-282A-B101-A8C9-E172DA6360EF}"/>
            </a:ext>
          </a:extLst>
        </p:cNvPr>
        <p:cNvGrpSpPr/>
        <p:nvPr/>
      </p:nvGrpSpPr>
      <p:grpSpPr>
        <a:xfrm>
          <a:off x="0" y="0"/>
          <a:ext cx="0" cy="0"/>
          <a:chOff x="0" y="0"/>
          <a:chExt cx="0" cy="0"/>
        </a:xfrm>
      </p:grpSpPr>
      <p:pic>
        <p:nvPicPr>
          <p:cNvPr id="9" name="Picture Placeholder 8" descr="A screenshot of a computer&#10;&#10;AI-generated content may be incorrect.">
            <a:extLst>
              <a:ext uri="{FF2B5EF4-FFF2-40B4-BE49-F238E27FC236}">
                <a16:creationId xmlns:a16="http://schemas.microsoft.com/office/drawing/2014/main" id="{D079A1D9-F31C-98F9-617C-52451C87B6AF}"/>
              </a:ext>
            </a:extLst>
          </p:cNvPr>
          <p:cNvPicPr>
            <a:picLocks noGrp="1" noChangeAspect="1"/>
          </p:cNvPicPr>
          <p:nvPr>
            <p:ph type="pic" sz="quarter" idx="11"/>
          </p:nvPr>
        </p:nvPicPr>
        <p:blipFill>
          <a:blip r:embed="rId2"/>
          <a:srcRect l="4021" r="4021"/>
          <a:stretch/>
        </p:blipFill>
        <p:spPr>
          <a:xfrm>
            <a:off x="502920" y="1711864"/>
            <a:ext cx="7188200" cy="4578288"/>
          </a:xfrm>
        </p:spPr>
      </p:pic>
      <p:sp>
        <p:nvSpPr>
          <p:cNvPr id="3" name="Title 2">
            <a:extLst>
              <a:ext uri="{FF2B5EF4-FFF2-40B4-BE49-F238E27FC236}">
                <a16:creationId xmlns:a16="http://schemas.microsoft.com/office/drawing/2014/main" id="{C622CFA2-0B9A-64B8-FF05-8BF162BE424F}"/>
              </a:ext>
            </a:extLst>
          </p:cNvPr>
          <p:cNvSpPr>
            <a:spLocks noGrp="1"/>
          </p:cNvSpPr>
          <p:nvPr>
            <p:ph type="title"/>
          </p:nvPr>
        </p:nvSpPr>
        <p:spPr>
          <a:xfrm>
            <a:off x="505968" y="831088"/>
            <a:ext cx="6931152" cy="557784"/>
          </a:xfrm>
        </p:spPr>
        <p:txBody>
          <a:bodyPr/>
          <a:lstStyle/>
          <a:p>
            <a:r>
              <a:rPr lang="en-US" sz="3200" dirty="0"/>
              <a:t>Question-3</a:t>
            </a:r>
          </a:p>
        </p:txBody>
      </p:sp>
      <p:sp>
        <p:nvSpPr>
          <p:cNvPr id="11" name="Rectangle 10">
            <a:extLst>
              <a:ext uri="{FF2B5EF4-FFF2-40B4-BE49-F238E27FC236}">
                <a16:creationId xmlns:a16="http://schemas.microsoft.com/office/drawing/2014/main" id="{6027A6C2-16B0-D90B-0C6D-8462E06515BA}"/>
              </a:ext>
            </a:extLst>
          </p:cNvPr>
          <p:cNvSpPr/>
          <p:nvPr/>
        </p:nvSpPr>
        <p:spPr>
          <a:xfrm>
            <a:off x="3698875" y="3277235"/>
            <a:ext cx="8402320" cy="2387600"/>
          </a:xfrm>
          <a:prstGeom prst="rect">
            <a:avLst/>
          </a:prstGeom>
          <a:solidFill>
            <a:schemeClr val="accent6">
              <a:lumMod val="60000"/>
              <a:lumOff val="40000"/>
            </a:schemeClr>
          </a:solidFill>
          <a:ln>
            <a:solidFill>
              <a:schemeClr val="accent6">
                <a:lumMod val="60000"/>
                <a:lumOff val="40000"/>
              </a:schemeClr>
            </a:solid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 name="Text Placeholder 3">
            <a:extLst>
              <a:ext uri="{FF2B5EF4-FFF2-40B4-BE49-F238E27FC236}">
                <a16:creationId xmlns:a16="http://schemas.microsoft.com/office/drawing/2014/main" id="{85BB5A98-FB85-7C1F-16B9-BF250DB2DAB8}"/>
              </a:ext>
            </a:extLst>
          </p:cNvPr>
          <p:cNvSpPr>
            <a:spLocks noGrp="1"/>
          </p:cNvSpPr>
          <p:nvPr>
            <p:ph type="body" sz="quarter" idx="10"/>
          </p:nvPr>
        </p:nvSpPr>
        <p:spPr>
          <a:xfrm>
            <a:off x="3614927" y="3527552"/>
            <a:ext cx="8404352" cy="4480560"/>
          </a:xfrm>
        </p:spPr>
        <p:txBody>
          <a:bodyPr vert="horz" lIns="0" tIns="0" rIns="0" bIns="0" rtlCol="0" anchor="t">
            <a:noAutofit/>
          </a:bodyPr>
          <a:lstStyle/>
          <a:p>
            <a:pPr algn="r">
              <a:lnSpc>
                <a:spcPct val="100000"/>
              </a:lnSpc>
            </a:pPr>
            <a:r>
              <a:rPr lang="en-US" sz="3200" dirty="0">
                <a:solidFill>
                  <a:schemeClr val="accent6">
                    <a:lumMod val="49000"/>
                  </a:schemeClr>
                </a:solidFill>
                <a:ea typeface="+mn-lt"/>
                <a:cs typeface="+mn-lt"/>
              </a:rPr>
              <a:t> </a:t>
            </a:r>
            <a:r>
              <a:rPr lang="en-US" sz="4000" dirty="0">
                <a:solidFill>
                  <a:schemeClr val="accent6">
                    <a:lumMod val="49000"/>
                  </a:schemeClr>
                </a:solidFill>
                <a:latin typeface="Californian FB"/>
                <a:ea typeface="+mn-lt"/>
                <a:cs typeface="+mn-lt"/>
              </a:rPr>
              <a:t>What is the average `residual sugar` for the best quality wine and the lowest quality wine in the dataset?</a:t>
            </a:r>
            <a:endParaRPr lang="en-US" sz="9600">
              <a:solidFill>
                <a:schemeClr val="accent6">
                  <a:lumMod val="49000"/>
                </a:schemeClr>
              </a:solidFill>
              <a:latin typeface="Californian FB"/>
              <a:ea typeface="+mn-lt"/>
              <a:cs typeface="+mn-lt"/>
            </a:endParaRPr>
          </a:p>
          <a:p>
            <a:pPr algn="r">
              <a:lnSpc>
                <a:spcPct val="100000"/>
              </a:lnSpc>
            </a:pPr>
            <a:endParaRPr lang="en-US" sz="3600" dirty="0">
              <a:solidFill>
                <a:schemeClr val="accent6">
                  <a:lumMod val="49000"/>
                </a:schemeClr>
              </a:solidFill>
              <a:latin typeface="Californian FB"/>
            </a:endParaRPr>
          </a:p>
          <a:p>
            <a:endParaRPr lang="en-US" dirty="0">
              <a:solidFill>
                <a:schemeClr val="accent6">
                  <a:lumMod val="49000"/>
                </a:schemeClr>
              </a:solidFill>
            </a:endParaRPr>
          </a:p>
        </p:txBody>
      </p:sp>
    </p:spTree>
    <p:extLst>
      <p:ext uri="{BB962C8B-B14F-4D97-AF65-F5344CB8AC3E}">
        <p14:creationId xmlns:p14="http://schemas.microsoft.com/office/powerpoint/2010/main" val="24394987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703FC-C3A3-01D4-8444-0206C85921C8}"/>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703CFB0F-6ED5-2F0D-3EEE-E2A71E14AB02}"/>
              </a:ext>
            </a:extLst>
          </p:cNvPr>
          <p:cNvSpPr/>
          <p:nvPr/>
        </p:nvSpPr>
        <p:spPr>
          <a:xfrm>
            <a:off x="0" y="2158033"/>
            <a:ext cx="9826205" cy="4691776"/>
          </a:xfrm>
          <a:prstGeom prst="rect">
            <a:avLst/>
          </a:prstGeom>
          <a:solidFill>
            <a:schemeClr val="accent6">
              <a:lumMod val="60000"/>
              <a:lumOff val="40000"/>
            </a:schemeClr>
          </a:solidFill>
          <a:ln>
            <a:noFill/>
          </a:ln>
          <a:effectLst>
            <a:outerShdw blurRad="482600" dist="101600" dir="21540000" algn="t" rotWithShape="0">
              <a:srgbClr val="000000">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 name="Title 1">
            <a:extLst>
              <a:ext uri="{FF2B5EF4-FFF2-40B4-BE49-F238E27FC236}">
                <a16:creationId xmlns:a16="http://schemas.microsoft.com/office/drawing/2014/main" id="{F1FEA35E-FB72-507E-A68F-0E9ADCC68D30}"/>
              </a:ext>
            </a:extLst>
          </p:cNvPr>
          <p:cNvSpPr>
            <a:spLocks noGrp="1"/>
          </p:cNvSpPr>
          <p:nvPr>
            <p:ph type="title"/>
          </p:nvPr>
        </p:nvSpPr>
        <p:spPr>
          <a:xfrm>
            <a:off x="297979" y="348488"/>
            <a:ext cx="5255768" cy="557784"/>
          </a:xfrm>
        </p:spPr>
        <p:txBody>
          <a:bodyPr/>
          <a:lstStyle/>
          <a:p>
            <a:pPr>
              <a:lnSpc>
                <a:spcPct val="100000"/>
              </a:lnSpc>
            </a:pPr>
            <a:r>
              <a:rPr lang="en-US" sz="1800" dirty="0">
                <a:latin typeface="Century"/>
              </a:rPr>
              <a:t>APPROACH:</a:t>
            </a:r>
            <a:endParaRPr lang="en-US" sz="1800"/>
          </a:p>
        </p:txBody>
      </p:sp>
      <p:sp>
        <p:nvSpPr>
          <p:cNvPr id="5" name="Slide Number Placeholder 4">
            <a:extLst>
              <a:ext uri="{FF2B5EF4-FFF2-40B4-BE49-F238E27FC236}">
                <a16:creationId xmlns:a16="http://schemas.microsoft.com/office/drawing/2014/main" id="{24AECB8C-D080-86CF-53E8-1ED4A4544A7F}"/>
              </a:ext>
            </a:extLst>
          </p:cNvPr>
          <p:cNvSpPr>
            <a:spLocks noGrp="1"/>
          </p:cNvSpPr>
          <p:nvPr>
            <p:ph type="sldNum" sz="quarter" idx="11"/>
          </p:nvPr>
        </p:nvSpPr>
        <p:spPr/>
        <p:txBody>
          <a:bodyPr/>
          <a:lstStyle/>
          <a:p>
            <a:fld id="{B67B645E-C5E5-4727-B977-D372A0AA71D9}" type="slidenum">
              <a:rPr lang="en-US" smtClean="0"/>
              <a:pPr/>
              <a:t>8</a:t>
            </a:fld>
            <a:endParaRPr lang="en-US" dirty="0"/>
          </a:p>
        </p:txBody>
      </p:sp>
      <p:sp>
        <p:nvSpPr>
          <p:cNvPr id="10" name="Content Placeholder 9">
            <a:extLst>
              <a:ext uri="{FF2B5EF4-FFF2-40B4-BE49-F238E27FC236}">
                <a16:creationId xmlns:a16="http://schemas.microsoft.com/office/drawing/2014/main" id="{4A912D8B-FA81-7CD8-76EA-2602D44202B8}"/>
              </a:ext>
            </a:extLst>
          </p:cNvPr>
          <p:cNvSpPr>
            <a:spLocks noGrp="1"/>
          </p:cNvSpPr>
          <p:nvPr>
            <p:ph sz="quarter" idx="13"/>
          </p:nvPr>
        </p:nvSpPr>
        <p:spPr>
          <a:xfrm>
            <a:off x="293622" y="860945"/>
            <a:ext cx="5326163" cy="3427701"/>
          </a:xfrm>
        </p:spPr>
        <p:txBody>
          <a:bodyPr vert="horz" lIns="0" tIns="0" rIns="0" bIns="0" rtlCol="0" anchor="t">
            <a:noAutofit/>
          </a:bodyPr>
          <a:lstStyle/>
          <a:p>
            <a:pPr marL="347345" indent="-347345" algn="just"/>
            <a:r>
              <a:rPr lang="en-US" dirty="0">
                <a:solidFill>
                  <a:schemeClr val="accent6">
                    <a:lumMod val="49000"/>
                  </a:schemeClr>
                </a:solidFill>
                <a:latin typeface="Cambria Math"/>
                <a:ea typeface="Cambria Math"/>
              </a:rPr>
              <a:t>To group the data according to wine quality.</a:t>
            </a:r>
          </a:p>
          <a:p>
            <a:pPr marL="347345" indent="-347345" algn="just"/>
            <a:r>
              <a:rPr lang="en-US" dirty="0">
                <a:solidFill>
                  <a:schemeClr val="accent6">
                    <a:lumMod val="49000"/>
                  </a:schemeClr>
                </a:solidFill>
                <a:latin typeface="Cambria Math"/>
                <a:ea typeface="Cambria Math"/>
              </a:rPr>
              <a:t>Taking the average of the dataset formed </a:t>
            </a:r>
            <a:r>
              <a:rPr lang="en-US">
                <a:solidFill>
                  <a:schemeClr val="accent6">
                    <a:lumMod val="49000"/>
                  </a:schemeClr>
                </a:solidFill>
                <a:latin typeface="Cambria Math"/>
                <a:ea typeface="Cambria Math"/>
              </a:rPr>
              <a:t>based on</a:t>
            </a:r>
            <a:r>
              <a:rPr lang="en-US" dirty="0">
                <a:solidFill>
                  <a:schemeClr val="accent6">
                    <a:lumMod val="49000"/>
                  </a:schemeClr>
                </a:solidFill>
                <a:latin typeface="Cambria Math"/>
                <a:ea typeface="Cambria Math"/>
              </a:rPr>
              <a:t> grouping.</a:t>
            </a:r>
          </a:p>
        </p:txBody>
      </p:sp>
      <p:sp>
        <p:nvSpPr>
          <p:cNvPr id="16" name="Rectangle 15">
            <a:extLst>
              <a:ext uri="{FF2B5EF4-FFF2-40B4-BE49-F238E27FC236}">
                <a16:creationId xmlns:a16="http://schemas.microsoft.com/office/drawing/2014/main" id="{40FCA471-FF38-6430-C6AE-1AFBC0984BE6}"/>
              </a:ext>
            </a:extLst>
          </p:cNvPr>
          <p:cNvSpPr/>
          <p:nvPr/>
        </p:nvSpPr>
        <p:spPr>
          <a:xfrm>
            <a:off x="9591041" y="2163657"/>
            <a:ext cx="1983315" cy="4697790"/>
          </a:xfrm>
          <a:prstGeom prst="rect">
            <a:avLst/>
          </a:prstGeom>
          <a:solidFill>
            <a:schemeClr val="accent6">
              <a:lumMod val="50000"/>
            </a:schemeClr>
          </a:solidFill>
          <a:ln>
            <a:noFill/>
          </a:ln>
          <a:effectLst>
            <a:outerShdw blurRad="330200" dist="304800" dir="5400000" algn="t"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pic>
        <p:nvPicPr>
          <p:cNvPr id="8" name="Picture Placeholder 7" descr="A screenshot of a computer&#10;&#10;AI-generated content may be incorrect.">
            <a:extLst>
              <a:ext uri="{FF2B5EF4-FFF2-40B4-BE49-F238E27FC236}">
                <a16:creationId xmlns:a16="http://schemas.microsoft.com/office/drawing/2014/main" id="{6F596A4B-A099-AD79-9A33-C56064E8FF9F}"/>
              </a:ext>
            </a:extLst>
          </p:cNvPr>
          <p:cNvPicPr>
            <a:picLocks noGrp="1" noChangeAspect="1"/>
          </p:cNvPicPr>
          <p:nvPr>
            <p:ph type="pic" sz="quarter" idx="14"/>
          </p:nvPr>
        </p:nvPicPr>
        <p:blipFill>
          <a:blip r:embed="rId2"/>
          <a:srcRect t="6662" b="6662"/>
          <a:stretch>
            <a:fillRect/>
          </a:stretch>
        </p:blipFill>
        <p:spPr>
          <a:xfrm>
            <a:off x="1168400" y="2438672"/>
            <a:ext cx="10597520" cy="3683111"/>
          </a:xfrm>
          <a:prstGeom prst="rect">
            <a:avLst/>
          </a:prstGeom>
          <a:ln>
            <a:noFill/>
          </a:ln>
          <a:effectLst>
            <a:outerShdw blurRad="292100" dist="139700" dir="2700000" algn="tl" rotWithShape="0">
              <a:srgbClr val="333333">
                <a:alpha val="0"/>
              </a:srgbClr>
            </a:outerShdw>
          </a:effectLst>
        </p:spPr>
      </p:pic>
      <p:sp>
        <p:nvSpPr>
          <p:cNvPr id="4" name="TextBox 3">
            <a:extLst>
              <a:ext uri="{FF2B5EF4-FFF2-40B4-BE49-F238E27FC236}">
                <a16:creationId xmlns:a16="http://schemas.microsoft.com/office/drawing/2014/main" id="{468F2D0A-459B-90B9-ADDD-CE63EDF9AA05}"/>
              </a:ext>
            </a:extLst>
          </p:cNvPr>
          <p:cNvSpPr txBox="1"/>
          <p:nvPr/>
        </p:nvSpPr>
        <p:spPr>
          <a:xfrm>
            <a:off x="6299200" y="34544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cap="all">
                <a:solidFill>
                  <a:srgbClr val="262626"/>
                </a:solidFill>
                <a:latin typeface="Century"/>
              </a:rPr>
              <a:t>CONCLUSION:</a:t>
            </a:r>
            <a:r>
              <a:rPr lang="en-US">
                <a:latin typeface="Century"/>
              </a:rPr>
              <a:t>​</a:t>
            </a:r>
            <a:endParaRPr lang="en-US"/>
          </a:p>
        </p:txBody>
      </p:sp>
      <p:sp>
        <p:nvSpPr>
          <p:cNvPr id="6" name="TextBox 5">
            <a:extLst>
              <a:ext uri="{FF2B5EF4-FFF2-40B4-BE49-F238E27FC236}">
                <a16:creationId xmlns:a16="http://schemas.microsoft.com/office/drawing/2014/main" id="{C500EA46-7E4D-177F-B667-7657115313A9}"/>
              </a:ext>
            </a:extLst>
          </p:cNvPr>
          <p:cNvSpPr txBox="1"/>
          <p:nvPr/>
        </p:nvSpPr>
        <p:spPr>
          <a:xfrm>
            <a:off x="5984240" y="863600"/>
            <a:ext cx="5760720" cy="7463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7345" indent="-347345" algn="just">
              <a:lnSpc>
                <a:spcPts val="1650"/>
              </a:lnSpc>
              <a:buFont typeface=""/>
              <a:buChar char="•"/>
            </a:pPr>
            <a:r>
              <a:rPr lang="en-US" dirty="0">
                <a:solidFill>
                  <a:schemeClr val="accent6">
                    <a:lumMod val="49000"/>
                  </a:schemeClr>
                </a:solidFill>
                <a:latin typeface="Cambria Math"/>
                <a:ea typeface="Cambria Math"/>
                <a:cs typeface="Arial"/>
              </a:rPr>
              <a:t>Average residual sugar for best quality wine: 2.57</a:t>
            </a:r>
          </a:p>
          <a:p>
            <a:pPr marL="347345" indent="-347345" algn="just">
              <a:lnSpc>
                <a:spcPts val="1650"/>
              </a:lnSpc>
              <a:buFont typeface=""/>
              <a:buChar char="•"/>
            </a:pPr>
            <a:endParaRPr lang="en-US" dirty="0">
              <a:solidFill>
                <a:schemeClr val="accent6">
                  <a:lumMod val="49000"/>
                </a:schemeClr>
              </a:solidFill>
              <a:latin typeface="Cambria Math"/>
              <a:ea typeface="Cambria Math"/>
              <a:cs typeface="Arial"/>
            </a:endParaRPr>
          </a:p>
          <a:p>
            <a:pPr marL="347345" indent="-347345" algn="just">
              <a:lnSpc>
                <a:spcPts val="1650"/>
              </a:lnSpc>
              <a:buFont typeface=""/>
              <a:buChar char="•"/>
            </a:pPr>
            <a:r>
              <a:rPr lang="en-US" dirty="0">
                <a:solidFill>
                  <a:schemeClr val="accent6">
                    <a:lumMod val="49000"/>
                  </a:schemeClr>
                </a:solidFill>
                <a:latin typeface="Cambria Math"/>
                <a:ea typeface="Cambria Math"/>
                <a:cs typeface="Arial"/>
              </a:rPr>
              <a:t>Average residual sugar for lowest quality wine: 2.63</a:t>
            </a:r>
          </a:p>
        </p:txBody>
      </p:sp>
      <p:cxnSp>
        <p:nvCxnSpPr>
          <p:cNvPr id="7" name="Straight Arrow Connector 6">
            <a:extLst>
              <a:ext uri="{FF2B5EF4-FFF2-40B4-BE49-F238E27FC236}">
                <a16:creationId xmlns:a16="http://schemas.microsoft.com/office/drawing/2014/main" id="{066985EF-E54B-8244-F86B-2133FE80D034}"/>
              </a:ext>
            </a:extLst>
          </p:cNvPr>
          <p:cNvCxnSpPr/>
          <p:nvPr/>
        </p:nvCxnSpPr>
        <p:spPr>
          <a:xfrm>
            <a:off x="5791200" y="228600"/>
            <a:ext cx="20320" cy="1676400"/>
          </a:xfrm>
          <a:prstGeom prst="straightConnector1">
            <a:avLst/>
          </a:prstGeom>
          <a:ln>
            <a:solidFill>
              <a:srgbClr val="4472C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71244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EAFE6-0FE8-3F8F-E610-442D0D46F15F}"/>
            </a:ext>
          </a:extLst>
        </p:cNvPr>
        <p:cNvGrpSpPr/>
        <p:nvPr/>
      </p:nvGrpSpPr>
      <p:grpSpPr>
        <a:xfrm>
          <a:off x="0" y="0"/>
          <a:ext cx="0" cy="0"/>
          <a:chOff x="0" y="0"/>
          <a:chExt cx="0" cy="0"/>
        </a:xfrm>
      </p:grpSpPr>
      <p:pic>
        <p:nvPicPr>
          <p:cNvPr id="9" name="Picture Placeholder 8" descr="A screen shot of a computer screen&#10;&#10;AI-generated content may be incorrect.">
            <a:extLst>
              <a:ext uri="{FF2B5EF4-FFF2-40B4-BE49-F238E27FC236}">
                <a16:creationId xmlns:a16="http://schemas.microsoft.com/office/drawing/2014/main" id="{77155E77-4E34-6001-FB30-7842972C9AD9}"/>
              </a:ext>
            </a:extLst>
          </p:cNvPr>
          <p:cNvPicPr>
            <a:picLocks noGrp="1" noChangeAspect="1"/>
          </p:cNvPicPr>
          <p:nvPr>
            <p:ph type="pic" sz="quarter" idx="11"/>
          </p:nvPr>
        </p:nvPicPr>
        <p:blipFill>
          <a:blip r:embed="rId2"/>
          <a:srcRect l="2970" r="2970"/>
          <a:stretch/>
        </p:blipFill>
        <p:spPr>
          <a:xfrm>
            <a:off x="502920" y="1711864"/>
            <a:ext cx="7828280" cy="4578288"/>
          </a:xfrm>
        </p:spPr>
      </p:pic>
      <p:sp>
        <p:nvSpPr>
          <p:cNvPr id="3" name="Title 2">
            <a:extLst>
              <a:ext uri="{FF2B5EF4-FFF2-40B4-BE49-F238E27FC236}">
                <a16:creationId xmlns:a16="http://schemas.microsoft.com/office/drawing/2014/main" id="{E60E1346-5629-D94B-8ED4-D47AB1EA2D5C}"/>
              </a:ext>
            </a:extLst>
          </p:cNvPr>
          <p:cNvSpPr>
            <a:spLocks noGrp="1"/>
          </p:cNvSpPr>
          <p:nvPr>
            <p:ph type="title"/>
          </p:nvPr>
        </p:nvSpPr>
        <p:spPr>
          <a:xfrm>
            <a:off x="505968" y="831088"/>
            <a:ext cx="6931152" cy="557784"/>
          </a:xfrm>
        </p:spPr>
        <p:txBody>
          <a:bodyPr/>
          <a:lstStyle/>
          <a:p>
            <a:r>
              <a:rPr lang="en-US" sz="3200" dirty="0"/>
              <a:t>Question-4</a:t>
            </a:r>
          </a:p>
        </p:txBody>
      </p:sp>
      <p:sp>
        <p:nvSpPr>
          <p:cNvPr id="11" name="Rectangle 10">
            <a:extLst>
              <a:ext uri="{FF2B5EF4-FFF2-40B4-BE49-F238E27FC236}">
                <a16:creationId xmlns:a16="http://schemas.microsoft.com/office/drawing/2014/main" id="{12AA004B-AB6A-5309-86CC-A5E1328243C8}"/>
              </a:ext>
            </a:extLst>
          </p:cNvPr>
          <p:cNvSpPr/>
          <p:nvPr/>
        </p:nvSpPr>
        <p:spPr>
          <a:xfrm>
            <a:off x="3688715" y="3998595"/>
            <a:ext cx="8402320" cy="1544320"/>
          </a:xfrm>
          <a:prstGeom prst="rect">
            <a:avLst/>
          </a:prstGeom>
          <a:solidFill>
            <a:schemeClr val="accent6">
              <a:lumMod val="60000"/>
              <a:lumOff val="40000"/>
            </a:schemeClr>
          </a:solidFill>
          <a:ln>
            <a:solidFill>
              <a:schemeClr val="accent6">
                <a:lumMod val="60000"/>
                <a:lumOff val="40000"/>
              </a:schemeClr>
            </a:solid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 name="Text Placeholder 3">
            <a:extLst>
              <a:ext uri="{FF2B5EF4-FFF2-40B4-BE49-F238E27FC236}">
                <a16:creationId xmlns:a16="http://schemas.microsoft.com/office/drawing/2014/main" id="{BC505C42-3AB8-6FDB-FFD7-B8D1894814EA}"/>
              </a:ext>
            </a:extLst>
          </p:cNvPr>
          <p:cNvSpPr>
            <a:spLocks noGrp="1"/>
          </p:cNvSpPr>
          <p:nvPr>
            <p:ph type="body" sz="quarter" idx="10"/>
          </p:nvPr>
        </p:nvSpPr>
        <p:spPr>
          <a:xfrm>
            <a:off x="3686047" y="4147312"/>
            <a:ext cx="8211312" cy="4480560"/>
          </a:xfrm>
        </p:spPr>
        <p:txBody>
          <a:bodyPr vert="horz" lIns="0" tIns="0" rIns="0" bIns="0" rtlCol="0" anchor="t">
            <a:noAutofit/>
          </a:bodyPr>
          <a:lstStyle/>
          <a:p>
            <a:pPr algn="r">
              <a:lnSpc>
                <a:spcPct val="100000"/>
              </a:lnSpc>
            </a:pPr>
            <a:r>
              <a:rPr lang="en-US" sz="3600" dirty="0">
                <a:solidFill>
                  <a:schemeClr val="accent6">
                    <a:lumMod val="49000"/>
                  </a:schemeClr>
                </a:solidFill>
                <a:latin typeface="Californian FB"/>
                <a:ea typeface="+mn-lt"/>
                <a:cs typeface="+mn-lt"/>
              </a:rPr>
              <a:t>Does `volatile acidity` has an effect over the quality of the wine samples in the dataset?</a:t>
            </a:r>
          </a:p>
          <a:p>
            <a:pPr algn="r">
              <a:lnSpc>
                <a:spcPct val="100000"/>
              </a:lnSpc>
            </a:pPr>
            <a:endParaRPr lang="en-US" sz="2800" dirty="0">
              <a:solidFill>
                <a:schemeClr val="accent6">
                  <a:lumMod val="49000"/>
                </a:schemeClr>
              </a:solidFill>
              <a:latin typeface="Californian FB"/>
            </a:endParaRPr>
          </a:p>
          <a:p>
            <a:pPr algn="r">
              <a:lnSpc>
                <a:spcPct val="100000"/>
              </a:lnSpc>
            </a:pPr>
            <a:endParaRPr lang="en-US" sz="3600" dirty="0">
              <a:solidFill>
                <a:schemeClr val="accent6">
                  <a:lumMod val="49000"/>
                </a:schemeClr>
              </a:solidFill>
              <a:latin typeface="Californian FB"/>
            </a:endParaRPr>
          </a:p>
          <a:p>
            <a:endParaRPr lang="en-US" dirty="0">
              <a:solidFill>
                <a:schemeClr val="accent6">
                  <a:lumMod val="49000"/>
                </a:schemeClr>
              </a:solidFill>
            </a:endParaRPr>
          </a:p>
        </p:txBody>
      </p:sp>
    </p:spTree>
    <p:extLst>
      <p:ext uri="{BB962C8B-B14F-4D97-AF65-F5344CB8AC3E}">
        <p14:creationId xmlns:p14="http://schemas.microsoft.com/office/powerpoint/2010/main" val="2108497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06065-67F5-4F8F-9B23-1224308E6675}"/>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FD659932-0394-7F61-A3CA-76E48FAC9383}"/>
              </a:ext>
            </a:extLst>
          </p:cNvPr>
          <p:cNvSpPr/>
          <p:nvPr/>
        </p:nvSpPr>
        <p:spPr>
          <a:xfrm>
            <a:off x="0" y="4839"/>
            <a:ext cx="6097485" cy="3833982"/>
          </a:xfrm>
          <a:prstGeom prst="rect">
            <a:avLst/>
          </a:prstGeom>
          <a:solidFill>
            <a:schemeClr val="accent6">
              <a:lumMod val="60000"/>
              <a:lumOff val="40000"/>
            </a:schemeClr>
          </a:solidFill>
          <a:ln>
            <a:noFill/>
          </a:ln>
          <a:effectLst>
            <a:outerShdw blurRad="482600" dist="101600" dir="21540000" algn="t" rotWithShape="0">
              <a:srgbClr val="000000">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3" name="Rectangle 2">
            <a:extLst>
              <a:ext uri="{FF2B5EF4-FFF2-40B4-BE49-F238E27FC236}">
                <a16:creationId xmlns:a16="http://schemas.microsoft.com/office/drawing/2014/main" id="{02BAE07F-95E9-7317-1875-C37DA335D9DE}"/>
              </a:ext>
            </a:extLst>
          </p:cNvPr>
          <p:cNvSpPr/>
          <p:nvPr/>
        </p:nvSpPr>
        <p:spPr>
          <a:xfrm>
            <a:off x="6858000" y="2719010"/>
            <a:ext cx="5335485" cy="4140959"/>
          </a:xfrm>
          <a:prstGeom prst="rect">
            <a:avLst/>
          </a:prstGeom>
          <a:solidFill>
            <a:schemeClr val="accent6">
              <a:lumMod val="60000"/>
              <a:lumOff val="40000"/>
            </a:schemeClr>
          </a:solidFill>
          <a:ln>
            <a:noFill/>
          </a:ln>
          <a:effectLst>
            <a:outerShdw blurRad="482600" dist="101600" dir="21540000" algn="t" rotWithShape="0">
              <a:srgbClr val="000000">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 name="Rectangle 3">
            <a:extLst>
              <a:ext uri="{FF2B5EF4-FFF2-40B4-BE49-F238E27FC236}">
                <a16:creationId xmlns:a16="http://schemas.microsoft.com/office/drawing/2014/main" id="{D1936042-9649-B824-ED51-2B7834045038}"/>
              </a:ext>
            </a:extLst>
          </p:cNvPr>
          <p:cNvSpPr/>
          <p:nvPr/>
        </p:nvSpPr>
        <p:spPr>
          <a:xfrm rot="10800000">
            <a:off x="4114801" y="-29453"/>
            <a:ext cx="1983315" cy="3852334"/>
          </a:xfrm>
          <a:prstGeom prst="rect">
            <a:avLst/>
          </a:prstGeom>
          <a:solidFill>
            <a:schemeClr val="accent6">
              <a:lumMod val="50000"/>
            </a:schemeClr>
          </a:solidFill>
          <a:ln>
            <a:noFill/>
          </a:ln>
          <a:effectLst>
            <a:outerShdw blurRad="330200" dist="304800" dir="5400000" algn="t"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 name="Title 1">
            <a:extLst>
              <a:ext uri="{FF2B5EF4-FFF2-40B4-BE49-F238E27FC236}">
                <a16:creationId xmlns:a16="http://schemas.microsoft.com/office/drawing/2014/main" id="{42EC2510-00A2-7C59-D535-F6F89F47347C}"/>
              </a:ext>
            </a:extLst>
          </p:cNvPr>
          <p:cNvSpPr>
            <a:spLocks noGrp="1"/>
          </p:cNvSpPr>
          <p:nvPr>
            <p:ph type="title"/>
          </p:nvPr>
        </p:nvSpPr>
        <p:spPr>
          <a:xfrm>
            <a:off x="6367853" y="297688"/>
            <a:ext cx="5255768" cy="557784"/>
          </a:xfrm>
        </p:spPr>
        <p:txBody>
          <a:bodyPr/>
          <a:lstStyle/>
          <a:p>
            <a:pPr>
              <a:lnSpc>
                <a:spcPct val="100000"/>
              </a:lnSpc>
            </a:pPr>
            <a:r>
              <a:rPr lang="en-US" sz="1800" dirty="0">
                <a:latin typeface="Century"/>
              </a:rPr>
              <a:t>APPROACH:</a:t>
            </a:r>
            <a:endParaRPr lang="en-US" dirty="0"/>
          </a:p>
        </p:txBody>
      </p:sp>
      <p:sp>
        <p:nvSpPr>
          <p:cNvPr id="5" name="Slide Number Placeholder 4">
            <a:extLst>
              <a:ext uri="{FF2B5EF4-FFF2-40B4-BE49-F238E27FC236}">
                <a16:creationId xmlns:a16="http://schemas.microsoft.com/office/drawing/2014/main" id="{63DA1B12-AE45-F49E-B720-F9E553D0E1AF}"/>
              </a:ext>
            </a:extLst>
          </p:cNvPr>
          <p:cNvSpPr>
            <a:spLocks noGrp="1"/>
          </p:cNvSpPr>
          <p:nvPr>
            <p:ph type="sldNum" sz="quarter" idx="11"/>
          </p:nvPr>
        </p:nvSpPr>
        <p:spPr/>
        <p:txBody>
          <a:bodyPr/>
          <a:lstStyle/>
          <a:p>
            <a:fld id="{B67B645E-C5E5-4727-B977-D372A0AA71D9}" type="slidenum">
              <a:rPr lang="en-US" smtClean="0"/>
              <a:pPr/>
              <a:t>10</a:t>
            </a:fld>
            <a:endParaRPr lang="en-US" dirty="0"/>
          </a:p>
        </p:txBody>
      </p:sp>
      <p:sp>
        <p:nvSpPr>
          <p:cNvPr id="10" name="Content Placeholder 9">
            <a:extLst>
              <a:ext uri="{FF2B5EF4-FFF2-40B4-BE49-F238E27FC236}">
                <a16:creationId xmlns:a16="http://schemas.microsoft.com/office/drawing/2014/main" id="{3F474234-0471-DADA-C563-9A918DA87901}"/>
              </a:ext>
            </a:extLst>
          </p:cNvPr>
          <p:cNvSpPr>
            <a:spLocks noGrp="1"/>
          </p:cNvSpPr>
          <p:nvPr>
            <p:ph sz="quarter" idx="13"/>
          </p:nvPr>
        </p:nvSpPr>
        <p:spPr>
          <a:xfrm>
            <a:off x="6369302" y="755716"/>
            <a:ext cx="5326163" cy="3427701"/>
          </a:xfrm>
        </p:spPr>
        <p:txBody>
          <a:bodyPr vert="horz" lIns="0" tIns="0" rIns="0" bIns="0" rtlCol="0" anchor="t">
            <a:noAutofit/>
          </a:bodyPr>
          <a:lstStyle/>
          <a:p>
            <a:pPr marL="347345" indent="-347345" algn="just"/>
            <a:r>
              <a:rPr lang="en-US" sz="1800" dirty="0">
                <a:solidFill>
                  <a:schemeClr val="accent6">
                    <a:lumMod val="49000"/>
                  </a:schemeClr>
                </a:solidFill>
                <a:latin typeface="Cambria Math"/>
                <a:ea typeface="Cambria Math"/>
              </a:rPr>
              <a:t>Creating a violin plot to study the relationship between volatile acidity and quality of wine.</a:t>
            </a:r>
          </a:p>
          <a:p>
            <a:pPr marL="347345" indent="-347345" algn="just"/>
            <a:r>
              <a:rPr lang="en-US" sz="1800" dirty="0">
                <a:solidFill>
                  <a:schemeClr val="accent6">
                    <a:lumMod val="49000"/>
                  </a:schemeClr>
                </a:solidFill>
                <a:latin typeface="Cambria Math"/>
                <a:ea typeface="Cambria Math"/>
              </a:rPr>
              <a:t>Plotting the mean values to observe the nature of variation of volatile acidity with increasing quality.</a:t>
            </a:r>
          </a:p>
          <a:p>
            <a:pPr marL="347345" indent="-347345" algn="just"/>
            <a:r>
              <a:rPr lang="en-US" sz="1800" dirty="0">
                <a:solidFill>
                  <a:schemeClr val="accent6">
                    <a:lumMod val="49000"/>
                  </a:schemeClr>
                </a:solidFill>
                <a:latin typeface="Cambria Math"/>
                <a:ea typeface="Cambria Math"/>
              </a:rPr>
              <a:t>Plotting the correlation matrix to find the exact numerical value depicting their dependence.</a:t>
            </a:r>
          </a:p>
        </p:txBody>
      </p:sp>
      <p:sp>
        <p:nvSpPr>
          <p:cNvPr id="16" name="Rectangle 15">
            <a:extLst>
              <a:ext uri="{FF2B5EF4-FFF2-40B4-BE49-F238E27FC236}">
                <a16:creationId xmlns:a16="http://schemas.microsoft.com/office/drawing/2014/main" id="{05C11574-D2BF-FA99-2C0B-A028B2D32B50}"/>
              </a:ext>
            </a:extLst>
          </p:cNvPr>
          <p:cNvSpPr/>
          <p:nvPr/>
        </p:nvSpPr>
        <p:spPr>
          <a:xfrm rot="5400000">
            <a:off x="6865621" y="2228608"/>
            <a:ext cx="4134332" cy="5122332"/>
          </a:xfrm>
          <a:prstGeom prst="rect">
            <a:avLst/>
          </a:prstGeom>
          <a:solidFill>
            <a:schemeClr val="accent6">
              <a:lumMod val="50000"/>
            </a:schemeClr>
          </a:solidFill>
          <a:ln>
            <a:noFill/>
          </a:ln>
          <a:effectLst>
            <a:outerShdw blurRad="330200" dist="304800" dir="5400000" algn="t"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pic>
        <p:nvPicPr>
          <p:cNvPr id="8" name="Picture Placeholder 7">
            <a:extLst>
              <a:ext uri="{FF2B5EF4-FFF2-40B4-BE49-F238E27FC236}">
                <a16:creationId xmlns:a16="http://schemas.microsoft.com/office/drawing/2014/main" id="{45472B0B-FC9F-81F2-460C-1D1F5404EA92}"/>
              </a:ext>
            </a:extLst>
          </p:cNvPr>
          <p:cNvPicPr>
            <a:picLocks noGrp="1" noChangeAspect="1"/>
          </p:cNvPicPr>
          <p:nvPr>
            <p:ph type="pic" sz="quarter" idx="14"/>
          </p:nvPr>
        </p:nvPicPr>
        <p:blipFill>
          <a:blip r:embed="rId2"/>
          <a:srcRect t="614" b="614"/>
          <a:stretch>
            <a:fillRect/>
          </a:stretch>
        </p:blipFill>
        <p:spPr>
          <a:xfrm>
            <a:off x="0" y="198392"/>
            <a:ext cx="5111120" cy="3337671"/>
          </a:xfrm>
          <a:prstGeom prst="rect">
            <a:avLst/>
          </a:prstGeom>
          <a:ln>
            <a:noFill/>
          </a:ln>
          <a:effectLst>
            <a:outerShdw blurRad="292100" dist="139700" dir="2700000" algn="tl" rotWithShape="0">
              <a:srgbClr val="333333">
                <a:alpha val="0"/>
              </a:srgbClr>
            </a:outerShdw>
          </a:effectLst>
        </p:spPr>
      </p:pic>
      <p:sp>
        <p:nvSpPr>
          <p:cNvPr id="17" name="TextBox 16">
            <a:extLst>
              <a:ext uri="{FF2B5EF4-FFF2-40B4-BE49-F238E27FC236}">
                <a16:creationId xmlns:a16="http://schemas.microsoft.com/office/drawing/2014/main" id="{B36A6709-3FBB-1BBD-E834-B2E57803C474}"/>
              </a:ext>
            </a:extLst>
          </p:cNvPr>
          <p:cNvSpPr txBox="1"/>
          <p:nvPr/>
        </p:nvSpPr>
        <p:spPr>
          <a:xfrm>
            <a:off x="0" y="4220754"/>
            <a:ext cx="6268719" cy="26158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solidFill>
                  <a:srgbClr val="0A4B9D"/>
                </a:solidFill>
                <a:latin typeface="Cambria Math"/>
                <a:ea typeface="+mn-lt"/>
                <a:cs typeface="+mn-lt"/>
              </a:rPr>
              <a:t>Volatile acidity is inversely related to wine quality. Wines with </a:t>
            </a:r>
            <a:r>
              <a:rPr lang="en-US" b="1" dirty="0">
                <a:solidFill>
                  <a:srgbClr val="0A4B9D"/>
                </a:solidFill>
                <a:latin typeface="Cambria Math"/>
                <a:ea typeface="+mn-lt"/>
                <a:cs typeface="+mn-lt"/>
              </a:rPr>
              <a:t>lower volatile acidity</a:t>
            </a:r>
            <a:r>
              <a:rPr lang="en-US" dirty="0">
                <a:solidFill>
                  <a:srgbClr val="0A4B9D"/>
                </a:solidFill>
                <a:latin typeface="Cambria Math"/>
                <a:ea typeface="+mn-lt"/>
                <a:cs typeface="+mn-lt"/>
              </a:rPr>
              <a:t> are generally rated with </a:t>
            </a:r>
            <a:r>
              <a:rPr lang="en-US" b="1" dirty="0">
                <a:solidFill>
                  <a:srgbClr val="0A4B9D"/>
                </a:solidFill>
                <a:latin typeface="Cambria Math"/>
                <a:ea typeface="+mn-lt"/>
                <a:cs typeface="+mn-lt"/>
              </a:rPr>
              <a:t>higher quality scores</a:t>
            </a:r>
            <a:r>
              <a:rPr lang="en-US" dirty="0">
                <a:solidFill>
                  <a:srgbClr val="0A4B9D"/>
                </a:solidFill>
                <a:latin typeface="Cambria Math"/>
                <a:ea typeface="+mn-lt"/>
                <a:cs typeface="+mn-lt"/>
              </a:rPr>
              <a:t>, as evidenced by the moderate negative correlation coefficient. From the </a:t>
            </a:r>
            <a:r>
              <a:rPr lang="en-US" b="1" dirty="0">
                <a:solidFill>
                  <a:srgbClr val="0A4B9D"/>
                </a:solidFill>
                <a:latin typeface="Cambria Math"/>
                <a:ea typeface="+mn-lt"/>
                <a:cs typeface="+mn-lt"/>
              </a:rPr>
              <a:t>violin plot</a:t>
            </a:r>
            <a:r>
              <a:rPr lang="en-US" dirty="0">
                <a:solidFill>
                  <a:srgbClr val="0A4B9D"/>
                </a:solidFill>
                <a:latin typeface="Cambria Math"/>
                <a:ea typeface="+mn-lt"/>
                <a:cs typeface="+mn-lt"/>
              </a:rPr>
              <a:t>, we observe that the distribution of volatile acidity narrows and shifts lower as quality increases. The </a:t>
            </a:r>
            <a:r>
              <a:rPr lang="en-US" b="1" dirty="0">
                <a:solidFill>
                  <a:srgbClr val="0A4B9D"/>
                </a:solidFill>
                <a:latin typeface="Cambria Math"/>
                <a:ea typeface="+mn-lt"/>
                <a:cs typeface="+mn-lt"/>
              </a:rPr>
              <a:t>line plot</a:t>
            </a:r>
            <a:r>
              <a:rPr lang="en-US" dirty="0">
                <a:solidFill>
                  <a:srgbClr val="0A4B9D"/>
                </a:solidFill>
                <a:latin typeface="Cambria Math"/>
                <a:ea typeface="+mn-lt"/>
                <a:cs typeface="+mn-lt"/>
              </a:rPr>
              <a:t> of mean values clearly shows a downward trend, highlighting that higher quality wines consistently have lower average volatile acidity levels. Thus, </a:t>
            </a:r>
            <a:r>
              <a:rPr lang="en-US" b="1" dirty="0">
                <a:solidFill>
                  <a:srgbClr val="0A4B9D"/>
                </a:solidFill>
                <a:latin typeface="Cambria Math"/>
                <a:ea typeface="+mn-lt"/>
                <a:cs typeface="+mn-lt"/>
              </a:rPr>
              <a:t>minimizing volatile acidity</a:t>
            </a:r>
            <a:r>
              <a:rPr lang="en-US" dirty="0">
                <a:solidFill>
                  <a:srgbClr val="0A4B9D"/>
                </a:solidFill>
                <a:latin typeface="Cambria Math"/>
                <a:ea typeface="+mn-lt"/>
                <a:cs typeface="+mn-lt"/>
              </a:rPr>
              <a:t> can improve wine quality.</a:t>
            </a:r>
            <a:endParaRPr lang="en-US" dirty="0">
              <a:latin typeface="Cambria Math"/>
            </a:endParaRPr>
          </a:p>
        </p:txBody>
      </p:sp>
      <p:pic>
        <p:nvPicPr>
          <p:cNvPr id="6" name="Picture 5" descr="A line graph with blue dots&#10;&#10;AI-generated content may be incorrect.">
            <a:extLst>
              <a:ext uri="{FF2B5EF4-FFF2-40B4-BE49-F238E27FC236}">
                <a16:creationId xmlns:a16="http://schemas.microsoft.com/office/drawing/2014/main" id="{7E1601B5-61FA-4417-EBD8-D73839D88ADB}"/>
              </a:ext>
            </a:extLst>
          </p:cNvPr>
          <p:cNvPicPr>
            <a:picLocks noChangeAspect="1"/>
          </p:cNvPicPr>
          <p:nvPr/>
        </p:nvPicPr>
        <p:blipFill>
          <a:blip r:embed="rId3"/>
          <a:stretch>
            <a:fillRect/>
          </a:stretch>
        </p:blipFill>
        <p:spPr>
          <a:xfrm>
            <a:off x="7676197" y="2918460"/>
            <a:ext cx="4520565" cy="2616200"/>
          </a:xfrm>
          <a:prstGeom prst="rect">
            <a:avLst/>
          </a:prstGeom>
        </p:spPr>
      </p:pic>
      <p:pic>
        <p:nvPicPr>
          <p:cNvPr id="7" name="Picture 6" descr="A black screen with white text&#10;&#10;AI-generated content may be incorrect.">
            <a:extLst>
              <a:ext uri="{FF2B5EF4-FFF2-40B4-BE49-F238E27FC236}">
                <a16:creationId xmlns:a16="http://schemas.microsoft.com/office/drawing/2014/main" id="{2082ECC9-A6BE-2375-CF48-FFF03E61A81A}"/>
              </a:ext>
            </a:extLst>
          </p:cNvPr>
          <p:cNvPicPr>
            <a:picLocks noChangeAspect="1"/>
          </p:cNvPicPr>
          <p:nvPr/>
        </p:nvPicPr>
        <p:blipFill>
          <a:blip r:embed="rId4"/>
          <a:stretch>
            <a:fillRect/>
          </a:stretch>
        </p:blipFill>
        <p:spPr>
          <a:xfrm>
            <a:off x="6370320" y="5790247"/>
            <a:ext cx="4267200" cy="885825"/>
          </a:xfrm>
          <a:prstGeom prst="rect">
            <a:avLst/>
          </a:prstGeom>
        </p:spPr>
      </p:pic>
      <p:sp>
        <p:nvSpPr>
          <p:cNvPr id="12" name="TextBox 11">
            <a:extLst>
              <a:ext uri="{FF2B5EF4-FFF2-40B4-BE49-F238E27FC236}">
                <a16:creationId xmlns:a16="http://schemas.microsoft.com/office/drawing/2014/main" id="{FF13E947-880C-954E-843C-E83446E021BD}"/>
              </a:ext>
            </a:extLst>
          </p:cNvPr>
          <p:cNvSpPr txBox="1"/>
          <p:nvPr/>
        </p:nvSpPr>
        <p:spPr>
          <a:xfrm>
            <a:off x="0" y="38608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cap="all">
                <a:solidFill>
                  <a:srgbClr val="262626"/>
                </a:solidFill>
                <a:latin typeface="Century"/>
              </a:rPr>
              <a:t>CONCLUSION:</a:t>
            </a:r>
            <a:r>
              <a:rPr lang="en-US">
                <a:latin typeface="Century"/>
              </a:rPr>
              <a:t>​</a:t>
            </a:r>
            <a:endParaRPr lang="en-US"/>
          </a:p>
        </p:txBody>
      </p:sp>
    </p:spTree>
    <p:extLst>
      <p:ext uri="{BB962C8B-B14F-4D97-AF65-F5344CB8AC3E}">
        <p14:creationId xmlns:p14="http://schemas.microsoft.com/office/powerpoint/2010/main" val="40375369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6F8B6-6DD2-62BD-93E1-6307378236BC}"/>
            </a:ext>
          </a:extLst>
        </p:cNvPr>
        <p:cNvGrpSpPr/>
        <p:nvPr/>
      </p:nvGrpSpPr>
      <p:grpSpPr>
        <a:xfrm>
          <a:off x="0" y="0"/>
          <a:ext cx="0" cy="0"/>
          <a:chOff x="0" y="0"/>
          <a:chExt cx="0" cy="0"/>
        </a:xfrm>
      </p:grpSpPr>
      <p:pic>
        <p:nvPicPr>
          <p:cNvPr id="9" name="Picture Placeholder 8" descr="A screenshot of a computer program&#10;&#10;AI-generated content may be incorrect.">
            <a:extLst>
              <a:ext uri="{FF2B5EF4-FFF2-40B4-BE49-F238E27FC236}">
                <a16:creationId xmlns:a16="http://schemas.microsoft.com/office/drawing/2014/main" id="{258D695E-8B32-38B0-A908-28094679D424}"/>
              </a:ext>
            </a:extLst>
          </p:cNvPr>
          <p:cNvPicPr>
            <a:picLocks noGrp="1" noChangeAspect="1"/>
          </p:cNvPicPr>
          <p:nvPr>
            <p:ph type="pic" sz="quarter" idx="11"/>
          </p:nvPr>
        </p:nvPicPr>
        <p:blipFill>
          <a:blip r:embed="rId2"/>
          <a:srcRect t="2000" b="2000"/>
          <a:stretch/>
        </p:blipFill>
        <p:spPr>
          <a:xfrm>
            <a:off x="502920" y="1711864"/>
            <a:ext cx="7543800" cy="4131248"/>
          </a:xfrm>
        </p:spPr>
      </p:pic>
      <p:sp>
        <p:nvSpPr>
          <p:cNvPr id="3" name="Title 2">
            <a:extLst>
              <a:ext uri="{FF2B5EF4-FFF2-40B4-BE49-F238E27FC236}">
                <a16:creationId xmlns:a16="http://schemas.microsoft.com/office/drawing/2014/main" id="{C79E96D0-4A27-FF0F-FF9B-222F0DC8EF41}"/>
              </a:ext>
            </a:extLst>
          </p:cNvPr>
          <p:cNvSpPr>
            <a:spLocks noGrp="1"/>
          </p:cNvSpPr>
          <p:nvPr>
            <p:ph type="title"/>
          </p:nvPr>
        </p:nvSpPr>
        <p:spPr>
          <a:xfrm>
            <a:off x="505968" y="831088"/>
            <a:ext cx="6931152" cy="557784"/>
          </a:xfrm>
        </p:spPr>
        <p:txBody>
          <a:bodyPr/>
          <a:lstStyle/>
          <a:p>
            <a:r>
              <a:rPr lang="en-US" sz="3200" dirty="0"/>
              <a:t>Question-5</a:t>
            </a:r>
            <a:endParaRPr lang="en-US" dirty="0"/>
          </a:p>
        </p:txBody>
      </p:sp>
      <p:sp>
        <p:nvSpPr>
          <p:cNvPr id="11" name="Rectangle 10">
            <a:extLst>
              <a:ext uri="{FF2B5EF4-FFF2-40B4-BE49-F238E27FC236}">
                <a16:creationId xmlns:a16="http://schemas.microsoft.com/office/drawing/2014/main" id="{A089F16A-01C1-160C-712A-E013889DF81A}"/>
              </a:ext>
            </a:extLst>
          </p:cNvPr>
          <p:cNvSpPr/>
          <p:nvPr/>
        </p:nvSpPr>
        <p:spPr>
          <a:xfrm>
            <a:off x="3688715" y="2586355"/>
            <a:ext cx="8402320" cy="1849120"/>
          </a:xfrm>
          <a:prstGeom prst="rect">
            <a:avLst/>
          </a:prstGeom>
          <a:solidFill>
            <a:schemeClr val="accent6">
              <a:lumMod val="60000"/>
              <a:lumOff val="40000"/>
            </a:schemeClr>
          </a:solidFill>
          <a:ln>
            <a:solidFill>
              <a:schemeClr val="accent6">
                <a:lumMod val="60000"/>
                <a:lumOff val="40000"/>
              </a:schemeClr>
            </a:solid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 name="Text Placeholder 3">
            <a:extLst>
              <a:ext uri="{FF2B5EF4-FFF2-40B4-BE49-F238E27FC236}">
                <a16:creationId xmlns:a16="http://schemas.microsoft.com/office/drawing/2014/main" id="{00CDA9ED-93E8-A155-7BED-86E19CF8C9A3}"/>
              </a:ext>
            </a:extLst>
          </p:cNvPr>
          <p:cNvSpPr>
            <a:spLocks noGrp="1"/>
          </p:cNvSpPr>
          <p:nvPr>
            <p:ph type="body" sz="quarter" idx="10"/>
          </p:nvPr>
        </p:nvSpPr>
        <p:spPr>
          <a:xfrm>
            <a:off x="3686047" y="2816352"/>
            <a:ext cx="8231632" cy="4480560"/>
          </a:xfrm>
        </p:spPr>
        <p:txBody>
          <a:bodyPr vert="horz" lIns="0" tIns="0" rIns="0" bIns="0" rtlCol="0" anchor="t">
            <a:noAutofit/>
          </a:bodyPr>
          <a:lstStyle/>
          <a:p>
            <a:pPr algn="r"/>
            <a:r>
              <a:rPr lang="en-US" sz="3200" b="1" dirty="0">
                <a:solidFill>
                  <a:schemeClr val="accent6">
                    <a:lumMod val="49000"/>
                  </a:schemeClr>
                </a:solidFill>
                <a:latin typeface="Californian FB"/>
                <a:ea typeface="+mn-lt"/>
                <a:cs typeface="Times New Roman"/>
              </a:rPr>
              <a:t>Train a Decision Tree model and Random Forest Model separately to predict the Quality of the given samples of wine. Compare the Accuracy scores for both models.</a:t>
            </a:r>
            <a:endParaRPr lang="en-US" sz="3200">
              <a:solidFill>
                <a:schemeClr val="accent6">
                  <a:lumMod val="49000"/>
                </a:schemeClr>
              </a:solidFill>
              <a:latin typeface="Californian FB"/>
            </a:endParaRPr>
          </a:p>
          <a:p>
            <a:pPr algn="r"/>
            <a:endParaRPr lang="en-US"/>
          </a:p>
          <a:p>
            <a:pPr algn="r">
              <a:lnSpc>
                <a:spcPct val="100000"/>
              </a:lnSpc>
            </a:pPr>
            <a:r>
              <a:rPr lang="en-US" sz="3700" dirty="0">
                <a:solidFill>
                  <a:schemeClr val="accent6">
                    <a:lumMod val="49000"/>
                  </a:schemeClr>
                </a:solidFill>
                <a:latin typeface="Californian FB"/>
                <a:ea typeface="+mn-lt"/>
                <a:cs typeface="+mn-lt"/>
              </a:rPr>
              <a:t>?</a:t>
            </a:r>
            <a:endParaRPr lang="en-US" dirty="0">
              <a:solidFill>
                <a:schemeClr val="accent6">
                  <a:lumMod val="49000"/>
                </a:schemeClr>
              </a:solidFill>
            </a:endParaRPr>
          </a:p>
          <a:p>
            <a:pPr algn="r">
              <a:lnSpc>
                <a:spcPct val="100000"/>
              </a:lnSpc>
            </a:pPr>
            <a:endParaRPr lang="en-US" sz="3700" dirty="0">
              <a:solidFill>
                <a:schemeClr val="accent6">
                  <a:lumMod val="49000"/>
                </a:schemeClr>
              </a:solidFill>
              <a:latin typeface="Californian FB"/>
            </a:endParaRPr>
          </a:p>
          <a:p>
            <a:pPr algn="r">
              <a:lnSpc>
                <a:spcPct val="100000"/>
              </a:lnSpc>
            </a:pPr>
            <a:endParaRPr lang="en-US" sz="3700" dirty="0">
              <a:solidFill>
                <a:schemeClr val="accent6">
                  <a:lumMod val="49000"/>
                </a:schemeClr>
              </a:solidFill>
              <a:latin typeface="Californian FB"/>
            </a:endParaRPr>
          </a:p>
          <a:p>
            <a:endParaRPr lang="en-US" sz="3700" dirty="0">
              <a:solidFill>
                <a:schemeClr val="accent6">
                  <a:lumMod val="49000"/>
                </a:schemeClr>
              </a:solidFill>
            </a:endParaRPr>
          </a:p>
        </p:txBody>
      </p:sp>
    </p:spTree>
    <p:extLst>
      <p:ext uri="{BB962C8B-B14F-4D97-AF65-F5344CB8AC3E}">
        <p14:creationId xmlns:p14="http://schemas.microsoft.com/office/powerpoint/2010/main" val="12277928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C8659F9-02A2-65AC-9A83-E2EB2E96FC7A}"/>
              </a:ext>
            </a:extLst>
          </p:cNvPr>
          <p:cNvSpPr/>
          <p:nvPr/>
        </p:nvSpPr>
        <p:spPr>
          <a:xfrm>
            <a:off x="6108490" y="4932334"/>
            <a:ext cx="5797683" cy="1451736"/>
          </a:xfrm>
          <a:prstGeom prst="rect">
            <a:avLst/>
          </a:prstGeom>
          <a:solidFill>
            <a:schemeClr val="accent6">
              <a:lumMod val="60000"/>
              <a:lumOff val="40000"/>
            </a:schemeClr>
          </a:solidFill>
          <a:ln>
            <a:noFill/>
          </a:ln>
          <a:effectLst>
            <a:outerShdw blurRad="482600" dist="101600" dir="21540000" algn="t" rotWithShape="0">
              <a:srgbClr val="000000">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1" name="Rectangle 10">
            <a:extLst>
              <a:ext uri="{FF2B5EF4-FFF2-40B4-BE49-F238E27FC236}">
                <a16:creationId xmlns:a16="http://schemas.microsoft.com/office/drawing/2014/main" id="{3DE4C01E-D763-16F1-B36B-BF2D23209BF7}"/>
              </a:ext>
            </a:extLst>
          </p:cNvPr>
          <p:cNvSpPr/>
          <p:nvPr/>
        </p:nvSpPr>
        <p:spPr>
          <a:xfrm>
            <a:off x="62458" y="685122"/>
            <a:ext cx="5797683" cy="1451736"/>
          </a:xfrm>
          <a:prstGeom prst="rect">
            <a:avLst/>
          </a:prstGeom>
          <a:solidFill>
            <a:schemeClr val="accent6">
              <a:lumMod val="60000"/>
              <a:lumOff val="40000"/>
            </a:schemeClr>
          </a:solidFill>
          <a:ln>
            <a:noFill/>
          </a:ln>
          <a:effectLst>
            <a:outerShdw blurRad="482600" dist="101600" dir="21540000" algn="t" rotWithShape="0">
              <a:srgbClr val="000000">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 name="Title 1">
            <a:extLst>
              <a:ext uri="{FF2B5EF4-FFF2-40B4-BE49-F238E27FC236}">
                <a16:creationId xmlns:a16="http://schemas.microsoft.com/office/drawing/2014/main" id="{3CF7B430-8D22-1998-2D13-6CF4BC816970}"/>
              </a:ext>
            </a:extLst>
          </p:cNvPr>
          <p:cNvSpPr>
            <a:spLocks noGrp="1"/>
          </p:cNvSpPr>
          <p:nvPr>
            <p:ph type="title"/>
          </p:nvPr>
        </p:nvSpPr>
        <p:spPr>
          <a:xfrm>
            <a:off x="297979" y="246888"/>
            <a:ext cx="5377688" cy="557784"/>
          </a:xfrm>
        </p:spPr>
        <p:txBody>
          <a:bodyPr/>
          <a:lstStyle/>
          <a:p>
            <a:pPr>
              <a:lnSpc>
                <a:spcPct val="100000"/>
              </a:lnSpc>
            </a:pPr>
            <a:r>
              <a:rPr lang="en-US" sz="1800" dirty="0">
                <a:latin typeface="Century"/>
              </a:rPr>
              <a:t>TRAINING DECISION TREE MODEL:</a:t>
            </a:r>
            <a:endParaRPr lang="en-US" sz="1800" dirty="0"/>
          </a:p>
        </p:txBody>
      </p:sp>
      <p:sp>
        <p:nvSpPr>
          <p:cNvPr id="5" name="Slide Number Placeholder 4">
            <a:extLst>
              <a:ext uri="{FF2B5EF4-FFF2-40B4-BE49-F238E27FC236}">
                <a16:creationId xmlns:a16="http://schemas.microsoft.com/office/drawing/2014/main" id="{1B6CDE6E-47EE-09E0-07F7-D6ABE09901A1}"/>
              </a:ext>
            </a:extLst>
          </p:cNvPr>
          <p:cNvSpPr>
            <a:spLocks noGrp="1"/>
          </p:cNvSpPr>
          <p:nvPr>
            <p:ph type="sldNum" sz="quarter" idx="11"/>
          </p:nvPr>
        </p:nvSpPr>
        <p:spPr/>
        <p:txBody>
          <a:bodyPr/>
          <a:lstStyle/>
          <a:p>
            <a:fld id="{B67B645E-C5E5-4727-B977-D372A0AA71D9}" type="slidenum">
              <a:rPr lang="en-US" smtClean="0"/>
              <a:pPr/>
              <a:t>12</a:t>
            </a:fld>
            <a:endParaRPr lang="en-US" dirty="0"/>
          </a:p>
        </p:txBody>
      </p:sp>
      <p:sp>
        <p:nvSpPr>
          <p:cNvPr id="10" name="Content Placeholder 9">
            <a:extLst>
              <a:ext uri="{FF2B5EF4-FFF2-40B4-BE49-F238E27FC236}">
                <a16:creationId xmlns:a16="http://schemas.microsoft.com/office/drawing/2014/main" id="{74004ABB-6F62-5219-0B52-178C92911CC9}"/>
              </a:ext>
            </a:extLst>
          </p:cNvPr>
          <p:cNvSpPr>
            <a:spLocks noGrp="1"/>
          </p:cNvSpPr>
          <p:nvPr>
            <p:ph sz="quarter" idx="13"/>
          </p:nvPr>
        </p:nvSpPr>
        <p:spPr>
          <a:xfrm>
            <a:off x="66438" y="2349635"/>
            <a:ext cx="5362140" cy="4325112"/>
          </a:xfrm>
        </p:spPr>
        <p:txBody>
          <a:bodyPr vert="horz" lIns="0" tIns="0" rIns="0" bIns="0" rtlCol="0" anchor="t">
            <a:noAutofit/>
          </a:bodyPr>
          <a:lstStyle/>
          <a:p>
            <a:pPr marL="347345" indent="-347345" algn="just"/>
            <a:r>
              <a:rPr lang="en-US" sz="2200" dirty="0">
                <a:solidFill>
                  <a:schemeClr val="accent6">
                    <a:lumMod val="49000"/>
                  </a:schemeClr>
                </a:solidFill>
                <a:latin typeface="Cambria Math"/>
                <a:ea typeface="Cambria Math"/>
              </a:rPr>
              <a:t>Defining the independent and dependent variables.</a:t>
            </a:r>
          </a:p>
          <a:p>
            <a:pPr marL="347345" indent="-347345" algn="just"/>
            <a:r>
              <a:rPr lang="en-US" sz="2200" dirty="0">
                <a:solidFill>
                  <a:schemeClr val="accent6">
                    <a:lumMod val="49000"/>
                  </a:schemeClr>
                </a:solidFill>
                <a:latin typeface="Cambria Math"/>
                <a:ea typeface="Cambria Math"/>
              </a:rPr>
              <a:t>Splitting the dataset into train and test set.</a:t>
            </a:r>
          </a:p>
          <a:p>
            <a:pPr marL="347345" indent="-347345" algn="just"/>
            <a:r>
              <a:rPr lang="en-US" sz="2200" dirty="0">
                <a:solidFill>
                  <a:schemeClr val="accent6">
                    <a:lumMod val="49000"/>
                  </a:schemeClr>
                </a:solidFill>
                <a:latin typeface="Cambria Math"/>
                <a:ea typeface="Cambria Math"/>
              </a:rPr>
              <a:t>Importing decision tree model.</a:t>
            </a:r>
          </a:p>
          <a:p>
            <a:pPr marL="347345" indent="-347345" algn="just"/>
            <a:r>
              <a:rPr lang="en-US" sz="2200" dirty="0">
                <a:solidFill>
                  <a:schemeClr val="accent6">
                    <a:lumMod val="49000"/>
                  </a:schemeClr>
                </a:solidFill>
                <a:latin typeface="Cambria Math"/>
                <a:ea typeface="Cambria Math"/>
              </a:rPr>
              <a:t>Training the dataset.</a:t>
            </a:r>
          </a:p>
          <a:p>
            <a:pPr marL="347345" indent="-347345" algn="just"/>
            <a:r>
              <a:rPr lang="en-US" sz="2200" dirty="0">
                <a:solidFill>
                  <a:schemeClr val="accent6">
                    <a:lumMod val="49000"/>
                  </a:schemeClr>
                </a:solidFill>
                <a:latin typeface="Cambria Math"/>
                <a:ea typeface="Cambria Math"/>
              </a:rPr>
              <a:t>Predicting the value of dependent variable based on the model trained.</a:t>
            </a:r>
          </a:p>
          <a:p>
            <a:pPr marL="347345" indent="-347345" algn="just"/>
            <a:r>
              <a:rPr lang="en-US" sz="2200" dirty="0">
                <a:solidFill>
                  <a:schemeClr val="accent6">
                    <a:lumMod val="49000"/>
                  </a:schemeClr>
                </a:solidFill>
                <a:latin typeface="Cambria Math"/>
                <a:ea typeface="Cambria Math"/>
              </a:rPr>
              <a:t>Importing accuracy score function</a:t>
            </a:r>
          </a:p>
          <a:p>
            <a:pPr marL="347345" indent="-347345" algn="just"/>
            <a:r>
              <a:rPr lang="en-US" sz="2200" dirty="0">
                <a:solidFill>
                  <a:schemeClr val="accent6">
                    <a:lumMod val="49000"/>
                  </a:schemeClr>
                </a:solidFill>
                <a:latin typeface="Cambria Math"/>
                <a:ea typeface="Cambria Math"/>
              </a:rPr>
              <a:t>Calculating accuracy score.</a:t>
            </a:r>
          </a:p>
        </p:txBody>
      </p:sp>
      <p:sp>
        <p:nvSpPr>
          <p:cNvPr id="16" name="Rectangle 15">
            <a:extLst>
              <a:ext uri="{FF2B5EF4-FFF2-40B4-BE49-F238E27FC236}">
                <a16:creationId xmlns:a16="http://schemas.microsoft.com/office/drawing/2014/main" id="{D8D92EBE-1C62-B1C3-93D0-7D4F7BA73FAD}"/>
              </a:ext>
            </a:extLst>
          </p:cNvPr>
          <p:cNvSpPr/>
          <p:nvPr/>
        </p:nvSpPr>
        <p:spPr>
          <a:xfrm>
            <a:off x="4127293" y="681796"/>
            <a:ext cx="1733479" cy="1438000"/>
          </a:xfrm>
          <a:prstGeom prst="rect">
            <a:avLst/>
          </a:prstGeom>
          <a:solidFill>
            <a:schemeClr val="accent6">
              <a:lumMod val="50000"/>
            </a:schemeClr>
          </a:solidFill>
          <a:ln>
            <a:noFill/>
          </a:ln>
          <a:effectLst>
            <a:outerShdw blurRad="330200" dist="304800" dir="5400000" algn="t"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pic>
        <p:nvPicPr>
          <p:cNvPr id="8" name="Picture Placeholder 7" descr="A screen shot of a computer&#10;&#10;AI-generated content may be incorrect.">
            <a:extLst>
              <a:ext uri="{FF2B5EF4-FFF2-40B4-BE49-F238E27FC236}">
                <a16:creationId xmlns:a16="http://schemas.microsoft.com/office/drawing/2014/main" id="{DA886965-2408-8F80-6779-A6B610B265A9}"/>
              </a:ext>
            </a:extLst>
          </p:cNvPr>
          <p:cNvPicPr>
            <a:picLocks noGrp="1" noChangeAspect="1"/>
          </p:cNvPicPr>
          <p:nvPr>
            <p:ph type="pic" sz="quarter" idx="14"/>
          </p:nvPr>
        </p:nvPicPr>
        <p:blipFill>
          <a:blip r:embed="rId2"/>
          <a:srcRect t="2692" b="2692"/>
          <a:stretch/>
        </p:blipFill>
        <p:spPr>
          <a:xfrm>
            <a:off x="62459" y="988790"/>
            <a:ext cx="5372777" cy="1053219"/>
          </a:xfrm>
          <a:prstGeom prst="rect">
            <a:avLst/>
          </a:prstGeom>
          <a:ln>
            <a:noFill/>
          </a:ln>
          <a:effectLst>
            <a:outerShdw blurRad="292100" dist="139700" dir="2700000" algn="tl" rotWithShape="0">
              <a:srgbClr val="333333">
                <a:alpha val="0"/>
              </a:srgbClr>
            </a:outerShdw>
          </a:effectLst>
        </p:spPr>
      </p:pic>
      <p:sp>
        <p:nvSpPr>
          <p:cNvPr id="3" name="TextBox 2">
            <a:extLst>
              <a:ext uri="{FF2B5EF4-FFF2-40B4-BE49-F238E27FC236}">
                <a16:creationId xmlns:a16="http://schemas.microsoft.com/office/drawing/2014/main" id="{00E2E611-057C-9038-E837-FB7117547CF5}"/>
              </a:ext>
            </a:extLst>
          </p:cNvPr>
          <p:cNvSpPr txBox="1"/>
          <p:nvPr/>
        </p:nvSpPr>
        <p:spPr>
          <a:xfrm>
            <a:off x="6484983" y="197394"/>
            <a:ext cx="550672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cap="all" dirty="0">
                <a:solidFill>
                  <a:srgbClr val="262626"/>
                </a:solidFill>
                <a:latin typeface="Century"/>
              </a:rPr>
              <a:t>TRAINING RANDOM FOREST TREE MODEL :</a:t>
            </a:r>
            <a:r>
              <a:rPr lang="en-US" dirty="0">
                <a:latin typeface="Century"/>
              </a:rPr>
              <a:t>​</a:t>
            </a:r>
            <a:endParaRPr lang="en-US" dirty="0"/>
          </a:p>
        </p:txBody>
      </p:sp>
      <p:sp>
        <p:nvSpPr>
          <p:cNvPr id="4" name="TextBox 3">
            <a:extLst>
              <a:ext uri="{FF2B5EF4-FFF2-40B4-BE49-F238E27FC236}">
                <a16:creationId xmlns:a16="http://schemas.microsoft.com/office/drawing/2014/main" id="{2F85FBA5-9228-77D6-54DE-DE549B41FE54}"/>
              </a:ext>
            </a:extLst>
          </p:cNvPr>
          <p:cNvSpPr txBox="1"/>
          <p:nvPr/>
        </p:nvSpPr>
        <p:spPr>
          <a:xfrm>
            <a:off x="6110990" y="377253"/>
            <a:ext cx="5766216" cy="46000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7345" indent="-347345" algn="just">
              <a:lnSpc>
                <a:spcPct val="150000"/>
              </a:lnSpc>
              <a:buFont typeface=""/>
              <a:buChar char="•"/>
            </a:pPr>
            <a:r>
              <a:rPr lang="en-US" sz="2200">
                <a:solidFill>
                  <a:srgbClr val="0A4B9D"/>
                </a:solidFill>
                <a:latin typeface="Cambria Math"/>
                <a:cs typeface="Arial"/>
              </a:rPr>
              <a:t>Defining the independent and dependent variables.</a:t>
            </a:r>
            <a:r>
              <a:rPr lang="en-US" sz="2200">
                <a:latin typeface="Cambria Math"/>
                <a:cs typeface="Arial"/>
              </a:rPr>
              <a:t>​</a:t>
            </a:r>
            <a:endParaRPr lang="en-US"/>
          </a:p>
          <a:p>
            <a:pPr marL="347345" indent="-347345" algn="just">
              <a:lnSpc>
                <a:spcPct val="150000"/>
              </a:lnSpc>
              <a:buFont typeface=""/>
              <a:buChar char="•"/>
            </a:pPr>
            <a:r>
              <a:rPr lang="en-US" sz="2200">
                <a:solidFill>
                  <a:srgbClr val="0A4B9D"/>
                </a:solidFill>
                <a:latin typeface="Cambria Math"/>
                <a:cs typeface="Arial"/>
              </a:rPr>
              <a:t>Splitting the dataset into train and test set.</a:t>
            </a:r>
            <a:r>
              <a:rPr lang="en-US" sz="2200">
                <a:latin typeface="Cambria Math"/>
                <a:cs typeface="Arial"/>
              </a:rPr>
              <a:t>​</a:t>
            </a:r>
            <a:endParaRPr lang="en-US" sz="2200">
              <a:latin typeface="Cambria Math"/>
              <a:ea typeface="Cambria Math"/>
              <a:cs typeface="Arial"/>
            </a:endParaRPr>
          </a:p>
          <a:p>
            <a:pPr marL="347345" indent="-347345" algn="just">
              <a:lnSpc>
                <a:spcPct val="150000"/>
              </a:lnSpc>
              <a:buFont typeface=""/>
              <a:buChar char="•"/>
            </a:pPr>
            <a:r>
              <a:rPr lang="en-US" sz="2200">
                <a:solidFill>
                  <a:srgbClr val="0A4B9D"/>
                </a:solidFill>
                <a:latin typeface="Cambria Math"/>
                <a:cs typeface="Arial"/>
              </a:rPr>
              <a:t>Importing decision tree model.</a:t>
            </a:r>
            <a:r>
              <a:rPr lang="en-US" sz="2200">
                <a:latin typeface="Cambria Math"/>
                <a:cs typeface="Arial"/>
              </a:rPr>
              <a:t>​</a:t>
            </a:r>
            <a:endParaRPr lang="en-US" sz="2200">
              <a:latin typeface="Cambria Math"/>
              <a:ea typeface="Cambria Math"/>
              <a:cs typeface="Arial"/>
            </a:endParaRPr>
          </a:p>
          <a:p>
            <a:pPr marL="347345" indent="-347345" algn="just">
              <a:lnSpc>
                <a:spcPct val="150000"/>
              </a:lnSpc>
              <a:buFont typeface=""/>
              <a:buChar char="•"/>
            </a:pPr>
            <a:r>
              <a:rPr lang="en-US" sz="2200">
                <a:solidFill>
                  <a:srgbClr val="0A4B9D"/>
                </a:solidFill>
                <a:latin typeface="Cambria Math"/>
                <a:cs typeface="Arial"/>
              </a:rPr>
              <a:t>Training the dataset.</a:t>
            </a:r>
            <a:r>
              <a:rPr lang="en-US" sz="2200">
                <a:latin typeface="Cambria Math"/>
                <a:cs typeface="Arial"/>
              </a:rPr>
              <a:t>​</a:t>
            </a:r>
            <a:endParaRPr lang="en-US" sz="2200">
              <a:latin typeface="Cambria Math"/>
              <a:ea typeface="Cambria Math"/>
              <a:cs typeface="Arial"/>
            </a:endParaRPr>
          </a:p>
          <a:p>
            <a:pPr marL="347345" indent="-347345" algn="just">
              <a:lnSpc>
                <a:spcPct val="150000"/>
              </a:lnSpc>
              <a:buFont typeface=""/>
              <a:buChar char="•"/>
            </a:pPr>
            <a:r>
              <a:rPr lang="en-US" sz="2200">
                <a:solidFill>
                  <a:srgbClr val="0A4B9D"/>
                </a:solidFill>
                <a:latin typeface="Cambria Math"/>
                <a:cs typeface="Arial"/>
              </a:rPr>
              <a:t>Predicting the value of dependent variable based on the model trained.</a:t>
            </a:r>
            <a:r>
              <a:rPr lang="en-US" sz="2200">
                <a:latin typeface="Cambria Math"/>
                <a:cs typeface="Arial"/>
              </a:rPr>
              <a:t>​</a:t>
            </a:r>
            <a:endParaRPr lang="en-US" sz="2200">
              <a:latin typeface="Cambria Math"/>
              <a:ea typeface="Cambria Math"/>
              <a:cs typeface="Arial"/>
            </a:endParaRPr>
          </a:p>
          <a:p>
            <a:pPr marL="347345" indent="-347345" algn="just">
              <a:lnSpc>
                <a:spcPct val="150000"/>
              </a:lnSpc>
              <a:buFont typeface=""/>
              <a:buChar char="•"/>
            </a:pPr>
            <a:r>
              <a:rPr lang="en-US" sz="2200">
                <a:solidFill>
                  <a:srgbClr val="0A4B9D"/>
                </a:solidFill>
                <a:latin typeface="Cambria Math"/>
                <a:cs typeface="Arial"/>
              </a:rPr>
              <a:t>Importing accuracy score function</a:t>
            </a:r>
            <a:r>
              <a:rPr lang="en-US" sz="2200">
                <a:latin typeface="Cambria Math"/>
                <a:cs typeface="Arial"/>
              </a:rPr>
              <a:t>​</a:t>
            </a:r>
            <a:endParaRPr lang="en-US" sz="2200">
              <a:latin typeface="Cambria Math"/>
              <a:ea typeface="Cambria Math"/>
              <a:cs typeface="Arial"/>
            </a:endParaRPr>
          </a:p>
          <a:p>
            <a:pPr marL="347345" indent="-347345" algn="just">
              <a:lnSpc>
                <a:spcPct val="150000"/>
              </a:lnSpc>
              <a:buFont typeface=""/>
              <a:buChar char="•"/>
            </a:pPr>
            <a:r>
              <a:rPr lang="en-US" sz="2200">
                <a:solidFill>
                  <a:srgbClr val="0A4B9D"/>
                </a:solidFill>
                <a:latin typeface="Cambria Math"/>
                <a:cs typeface="Arial"/>
              </a:rPr>
              <a:t>Calculating accuracy score.</a:t>
            </a:r>
            <a:endParaRPr lang="en-US" sz="2200">
              <a:solidFill>
                <a:srgbClr val="0A4B9D"/>
              </a:solidFill>
              <a:latin typeface="Cambria Math"/>
              <a:ea typeface="Cambria Math"/>
              <a:cs typeface="Arial"/>
            </a:endParaRPr>
          </a:p>
        </p:txBody>
      </p:sp>
      <p:sp>
        <p:nvSpPr>
          <p:cNvPr id="9" name="Rectangle 8">
            <a:extLst>
              <a:ext uri="{FF2B5EF4-FFF2-40B4-BE49-F238E27FC236}">
                <a16:creationId xmlns:a16="http://schemas.microsoft.com/office/drawing/2014/main" id="{E303E62B-EDAB-CDB5-50D2-609C25057BA0}"/>
              </a:ext>
            </a:extLst>
          </p:cNvPr>
          <p:cNvSpPr/>
          <p:nvPr/>
        </p:nvSpPr>
        <p:spPr>
          <a:xfrm>
            <a:off x="10460636" y="4929008"/>
            <a:ext cx="1733479" cy="1438000"/>
          </a:xfrm>
          <a:prstGeom prst="rect">
            <a:avLst/>
          </a:prstGeom>
          <a:solidFill>
            <a:schemeClr val="accent6">
              <a:lumMod val="50000"/>
            </a:schemeClr>
          </a:solidFill>
          <a:ln>
            <a:noFill/>
          </a:ln>
          <a:effectLst>
            <a:outerShdw blurRad="330200" dist="304800" dir="5400000" algn="t"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pic>
        <p:nvPicPr>
          <p:cNvPr id="6" name="Picture 5" descr="A screen shot of a computer&#10;&#10;AI-generated content may be incorrect.">
            <a:extLst>
              <a:ext uri="{FF2B5EF4-FFF2-40B4-BE49-F238E27FC236}">
                <a16:creationId xmlns:a16="http://schemas.microsoft.com/office/drawing/2014/main" id="{8F15C6A2-336A-370D-F3E7-96E93083C96F}"/>
              </a:ext>
            </a:extLst>
          </p:cNvPr>
          <p:cNvPicPr>
            <a:picLocks noChangeAspect="1"/>
          </p:cNvPicPr>
          <p:nvPr/>
        </p:nvPicPr>
        <p:blipFill>
          <a:blip r:embed="rId3"/>
          <a:stretch>
            <a:fillRect/>
          </a:stretch>
        </p:blipFill>
        <p:spPr>
          <a:xfrm>
            <a:off x="6105135" y="5194092"/>
            <a:ext cx="5977797" cy="941882"/>
          </a:xfrm>
          <a:prstGeom prst="rect">
            <a:avLst/>
          </a:prstGeom>
        </p:spPr>
      </p:pic>
    </p:spTree>
    <p:extLst>
      <p:ext uri="{BB962C8B-B14F-4D97-AF65-F5344CB8AC3E}">
        <p14:creationId xmlns:p14="http://schemas.microsoft.com/office/powerpoint/2010/main" val="6237505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D14B7-0C10-5596-FC68-C56BDF798F0C}"/>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4F19BA91-4810-96C8-54D3-40EB4C0828D6}"/>
              </a:ext>
            </a:extLst>
          </p:cNvPr>
          <p:cNvSpPr/>
          <p:nvPr/>
        </p:nvSpPr>
        <p:spPr>
          <a:xfrm>
            <a:off x="0" y="298753"/>
            <a:ext cx="6097485" cy="6561216"/>
          </a:xfrm>
          <a:prstGeom prst="rect">
            <a:avLst/>
          </a:prstGeom>
          <a:solidFill>
            <a:schemeClr val="accent6">
              <a:lumMod val="60000"/>
              <a:lumOff val="40000"/>
            </a:schemeClr>
          </a:solidFill>
          <a:ln>
            <a:noFill/>
          </a:ln>
          <a:effectLst>
            <a:outerShdw blurRad="482600" dist="101600" dir="21540000" algn="t" rotWithShape="0">
              <a:srgbClr val="000000">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 name="Title 1">
            <a:extLst>
              <a:ext uri="{FF2B5EF4-FFF2-40B4-BE49-F238E27FC236}">
                <a16:creationId xmlns:a16="http://schemas.microsoft.com/office/drawing/2014/main" id="{CEAB80AB-64EE-FD56-71B7-0C50764CCCF0}"/>
              </a:ext>
            </a:extLst>
          </p:cNvPr>
          <p:cNvSpPr>
            <a:spLocks noGrp="1"/>
          </p:cNvSpPr>
          <p:nvPr>
            <p:ph type="title"/>
          </p:nvPr>
        </p:nvSpPr>
        <p:spPr>
          <a:xfrm>
            <a:off x="6442448" y="2396311"/>
            <a:ext cx="5255768" cy="557784"/>
          </a:xfrm>
        </p:spPr>
        <p:txBody>
          <a:bodyPr/>
          <a:lstStyle/>
          <a:p>
            <a:pPr>
              <a:lnSpc>
                <a:spcPct val="100000"/>
              </a:lnSpc>
            </a:pPr>
            <a:r>
              <a:rPr lang="en-US" sz="1800" dirty="0">
                <a:latin typeface="Century"/>
              </a:rPr>
              <a:t>CONCLUSION:</a:t>
            </a:r>
            <a:endParaRPr lang="en-US" sz="1800" dirty="0">
              <a:latin typeface="Aptos"/>
            </a:endParaRPr>
          </a:p>
        </p:txBody>
      </p:sp>
      <p:sp>
        <p:nvSpPr>
          <p:cNvPr id="5" name="Slide Number Placeholder 4">
            <a:extLst>
              <a:ext uri="{FF2B5EF4-FFF2-40B4-BE49-F238E27FC236}">
                <a16:creationId xmlns:a16="http://schemas.microsoft.com/office/drawing/2014/main" id="{68D24F7C-FC8B-0350-82E7-847CA7824079}"/>
              </a:ext>
            </a:extLst>
          </p:cNvPr>
          <p:cNvSpPr>
            <a:spLocks noGrp="1"/>
          </p:cNvSpPr>
          <p:nvPr>
            <p:ph type="sldNum" sz="quarter" idx="11"/>
          </p:nvPr>
        </p:nvSpPr>
        <p:spPr/>
        <p:txBody>
          <a:bodyPr/>
          <a:lstStyle/>
          <a:p>
            <a:fld id="{B67B645E-C5E5-4727-B977-D372A0AA71D9}" type="slidenum">
              <a:rPr lang="en-US" smtClean="0"/>
              <a:pPr/>
              <a:t>13</a:t>
            </a:fld>
            <a:endParaRPr lang="en-US" dirty="0"/>
          </a:p>
        </p:txBody>
      </p:sp>
      <p:sp>
        <p:nvSpPr>
          <p:cNvPr id="10" name="Content Placeholder 9">
            <a:extLst>
              <a:ext uri="{FF2B5EF4-FFF2-40B4-BE49-F238E27FC236}">
                <a16:creationId xmlns:a16="http://schemas.microsoft.com/office/drawing/2014/main" id="{02A08C91-63F8-7140-5850-04DC11613726}"/>
              </a:ext>
            </a:extLst>
          </p:cNvPr>
          <p:cNvSpPr>
            <a:spLocks noGrp="1"/>
          </p:cNvSpPr>
          <p:nvPr>
            <p:ph sz="quarter" idx="13"/>
          </p:nvPr>
        </p:nvSpPr>
        <p:spPr>
          <a:xfrm>
            <a:off x="6445086" y="2951573"/>
            <a:ext cx="5326163" cy="3427701"/>
          </a:xfrm>
        </p:spPr>
        <p:txBody>
          <a:bodyPr vert="horz" lIns="0" tIns="0" rIns="0" bIns="0" rtlCol="0" anchor="t">
            <a:noAutofit/>
          </a:bodyPr>
          <a:lstStyle/>
          <a:p>
            <a:pPr marL="0" indent="0" algn="just">
              <a:lnSpc>
                <a:spcPct val="100000"/>
              </a:lnSpc>
              <a:buNone/>
            </a:pPr>
            <a:r>
              <a:rPr lang="en-US">
                <a:solidFill>
                  <a:schemeClr val="accent6">
                    <a:lumMod val="49000"/>
                  </a:schemeClr>
                </a:solidFill>
                <a:latin typeface="Cambria Math"/>
                <a:ea typeface="+mn-lt"/>
                <a:cs typeface="+mn-lt"/>
              </a:rPr>
              <a:t>The </a:t>
            </a:r>
            <a:r>
              <a:rPr lang="en-US" b="1">
                <a:solidFill>
                  <a:schemeClr val="accent6">
                    <a:lumMod val="49000"/>
                  </a:schemeClr>
                </a:solidFill>
                <a:latin typeface="Cambria Math"/>
                <a:ea typeface="+mn-lt"/>
                <a:cs typeface="+mn-lt"/>
              </a:rPr>
              <a:t>Random Forest model</a:t>
            </a:r>
            <a:r>
              <a:rPr lang="en-US">
                <a:solidFill>
                  <a:schemeClr val="accent6">
                    <a:lumMod val="49000"/>
                  </a:schemeClr>
                </a:solidFill>
                <a:latin typeface="Cambria Math"/>
                <a:ea typeface="+mn-lt"/>
                <a:cs typeface="+mn-lt"/>
              </a:rPr>
              <a:t> outperforms the </a:t>
            </a:r>
            <a:r>
              <a:rPr lang="en-US" b="1">
                <a:solidFill>
                  <a:schemeClr val="accent6">
                    <a:lumMod val="49000"/>
                  </a:schemeClr>
                </a:solidFill>
                <a:latin typeface="Cambria Math"/>
                <a:ea typeface="+mn-lt"/>
                <a:cs typeface="+mn-lt"/>
              </a:rPr>
              <a:t>Decision Tree model</a:t>
            </a:r>
            <a:r>
              <a:rPr lang="en-US">
                <a:solidFill>
                  <a:schemeClr val="accent6">
                    <a:lumMod val="49000"/>
                  </a:schemeClr>
                </a:solidFill>
                <a:latin typeface="Cambria Math"/>
                <a:ea typeface="+mn-lt"/>
                <a:cs typeface="+mn-lt"/>
              </a:rPr>
              <a:t>, achieving a higher accuracy score by approximately </a:t>
            </a:r>
            <a:r>
              <a:rPr lang="en-US" b="1">
                <a:solidFill>
                  <a:schemeClr val="accent6">
                    <a:lumMod val="49000"/>
                  </a:schemeClr>
                </a:solidFill>
                <a:latin typeface="Cambria Math"/>
                <a:ea typeface="+mn-lt"/>
                <a:cs typeface="+mn-lt"/>
              </a:rPr>
              <a:t>3.4%</a:t>
            </a:r>
            <a:r>
              <a:rPr lang="en-US">
                <a:solidFill>
                  <a:schemeClr val="accent6">
                    <a:lumMod val="49000"/>
                  </a:schemeClr>
                </a:solidFill>
                <a:latin typeface="Cambria Math"/>
                <a:ea typeface="+mn-lt"/>
                <a:cs typeface="+mn-lt"/>
              </a:rPr>
              <a:t>. This improvement is expected, as random forests aggregate the results of multiple decision trees, reducing overfitting and improving generalization. Therefore, the Random Forest model is a </a:t>
            </a:r>
            <a:r>
              <a:rPr lang="en-US" b="1">
                <a:solidFill>
                  <a:schemeClr val="accent6">
                    <a:lumMod val="49000"/>
                  </a:schemeClr>
                </a:solidFill>
                <a:latin typeface="Cambria Math"/>
                <a:ea typeface="+mn-lt"/>
                <a:cs typeface="+mn-lt"/>
              </a:rPr>
              <a:t>more reliable and accurate</a:t>
            </a:r>
            <a:r>
              <a:rPr lang="en-US" dirty="0">
                <a:solidFill>
                  <a:schemeClr val="accent6">
                    <a:lumMod val="49000"/>
                  </a:schemeClr>
                </a:solidFill>
                <a:latin typeface="Cambria Math"/>
                <a:ea typeface="+mn-lt"/>
                <a:cs typeface="+mn-lt"/>
              </a:rPr>
              <a:t> </a:t>
            </a:r>
            <a:r>
              <a:rPr lang="en-US">
                <a:solidFill>
                  <a:schemeClr val="accent6">
                    <a:lumMod val="49000"/>
                  </a:schemeClr>
                </a:solidFill>
                <a:latin typeface="Cambria Math"/>
                <a:ea typeface="+mn-lt"/>
                <a:cs typeface="+mn-lt"/>
              </a:rPr>
              <a:t>choice for this classification task.</a:t>
            </a:r>
            <a:endParaRPr lang="en-US" dirty="0">
              <a:solidFill>
                <a:schemeClr val="accent6">
                  <a:lumMod val="49000"/>
                </a:schemeClr>
              </a:solidFill>
              <a:latin typeface="Cambria Math"/>
              <a:ea typeface="+mn-lt"/>
              <a:cs typeface="+mn-lt"/>
            </a:endParaRPr>
          </a:p>
        </p:txBody>
      </p:sp>
      <p:sp>
        <p:nvSpPr>
          <p:cNvPr id="12" name="TextBox 11">
            <a:extLst>
              <a:ext uri="{FF2B5EF4-FFF2-40B4-BE49-F238E27FC236}">
                <a16:creationId xmlns:a16="http://schemas.microsoft.com/office/drawing/2014/main" id="{E1C30395-AA98-8E14-0D46-69C55C9507CD}"/>
              </a:ext>
            </a:extLst>
          </p:cNvPr>
          <p:cNvSpPr txBox="1"/>
          <p:nvPr/>
        </p:nvSpPr>
        <p:spPr>
          <a:xfrm>
            <a:off x="4233" y="4682067"/>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cap="all" dirty="0">
                <a:solidFill>
                  <a:srgbClr val="262626"/>
                </a:solidFill>
                <a:latin typeface="Century"/>
              </a:rPr>
              <a:t>DEFINITION:</a:t>
            </a:r>
            <a:endParaRPr lang="en-US" dirty="0"/>
          </a:p>
        </p:txBody>
      </p:sp>
      <p:sp>
        <p:nvSpPr>
          <p:cNvPr id="13" name="TextBox 12">
            <a:extLst>
              <a:ext uri="{FF2B5EF4-FFF2-40B4-BE49-F238E27FC236}">
                <a16:creationId xmlns:a16="http://schemas.microsoft.com/office/drawing/2014/main" id="{51EF614F-D681-2F34-1ED4-72BAEAC85730}"/>
              </a:ext>
            </a:extLst>
          </p:cNvPr>
          <p:cNvSpPr txBox="1"/>
          <p:nvPr/>
        </p:nvSpPr>
        <p:spPr>
          <a:xfrm>
            <a:off x="3212" y="5085841"/>
            <a:ext cx="5875867"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a:buChar char="•"/>
            </a:pPr>
            <a:r>
              <a:rPr lang="en-US" dirty="0">
                <a:solidFill>
                  <a:srgbClr val="0A4B9D"/>
                </a:solidFill>
                <a:latin typeface="Cambria Math"/>
                <a:ea typeface="+mn-lt"/>
                <a:cs typeface="+mn-lt"/>
              </a:rPr>
              <a:t>The </a:t>
            </a:r>
            <a:r>
              <a:rPr lang="en-US" err="1">
                <a:solidFill>
                  <a:srgbClr val="0A4B9D"/>
                </a:solidFill>
                <a:latin typeface="Cambria Math"/>
                <a:ea typeface="+mn-lt"/>
                <a:cs typeface="+mn-lt"/>
              </a:rPr>
              <a:t>accuracy_score</a:t>
            </a:r>
            <a:r>
              <a:rPr lang="en-US" dirty="0">
                <a:solidFill>
                  <a:srgbClr val="0A4B9D"/>
                </a:solidFill>
                <a:latin typeface="Cambria Math"/>
                <a:ea typeface="+mn-lt"/>
                <a:cs typeface="+mn-lt"/>
              </a:rPr>
              <a:t> function is used to calculate the accuracy of classification models, i.e., how often the predicted labels match the true labels.</a:t>
            </a:r>
            <a:endParaRPr lang="en-US">
              <a:latin typeface="Cambria Math"/>
              <a:ea typeface="+mn-lt"/>
              <a:cs typeface="+mn-lt"/>
            </a:endParaRPr>
          </a:p>
          <a:p>
            <a:pPr marL="285750" indent="-285750" algn="just">
              <a:buFont typeface="Arial"/>
              <a:buChar char="•"/>
            </a:pPr>
            <a:r>
              <a:rPr lang="en-US" dirty="0">
                <a:solidFill>
                  <a:srgbClr val="0A4B9D"/>
                </a:solidFill>
                <a:latin typeface="Cambria Math"/>
                <a:ea typeface="+mn-lt"/>
                <a:cs typeface="+mn-lt"/>
              </a:rPr>
              <a:t>It returns a float value between 0 and 1 representing the </a:t>
            </a:r>
            <a:r>
              <a:rPr lang="en-US" b="1" dirty="0">
                <a:solidFill>
                  <a:srgbClr val="0A4B9D"/>
                </a:solidFill>
                <a:latin typeface="Cambria Math"/>
                <a:ea typeface="+mn-lt"/>
                <a:cs typeface="+mn-lt"/>
              </a:rPr>
              <a:t>ratio of correct predictions</a:t>
            </a:r>
            <a:r>
              <a:rPr lang="en-US" dirty="0">
                <a:solidFill>
                  <a:srgbClr val="0A4B9D"/>
                </a:solidFill>
                <a:latin typeface="Cambria Math"/>
                <a:ea typeface="+mn-lt"/>
                <a:cs typeface="+mn-lt"/>
              </a:rPr>
              <a:t> to the total number of predictions.</a:t>
            </a:r>
          </a:p>
          <a:p>
            <a:pPr marL="285750" indent="-285750" algn="just">
              <a:buFont typeface="Arial"/>
              <a:buChar char="•"/>
            </a:pPr>
            <a:endParaRPr lang="en-US" dirty="0">
              <a:solidFill>
                <a:srgbClr val="0A4B9D"/>
              </a:solidFill>
              <a:latin typeface="Cambria Math"/>
              <a:ea typeface="Cambria Math"/>
              <a:cs typeface="Arial"/>
            </a:endParaRPr>
          </a:p>
        </p:txBody>
      </p:sp>
      <p:sp>
        <p:nvSpPr>
          <p:cNvPr id="16" name="Rectangle 15">
            <a:extLst>
              <a:ext uri="{FF2B5EF4-FFF2-40B4-BE49-F238E27FC236}">
                <a16:creationId xmlns:a16="http://schemas.microsoft.com/office/drawing/2014/main" id="{603AC087-BD0C-232E-43AB-8BF4DE1E1AA9}"/>
              </a:ext>
            </a:extLst>
          </p:cNvPr>
          <p:cNvSpPr/>
          <p:nvPr/>
        </p:nvSpPr>
        <p:spPr>
          <a:xfrm>
            <a:off x="4114801" y="294217"/>
            <a:ext cx="1983315" cy="4697790"/>
          </a:xfrm>
          <a:prstGeom prst="rect">
            <a:avLst/>
          </a:prstGeom>
          <a:solidFill>
            <a:schemeClr val="accent6">
              <a:lumMod val="50000"/>
            </a:schemeClr>
          </a:solidFill>
          <a:ln>
            <a:noFill/>
          </a:ln>
          <a:effectLst>
            <a:outerShdw blurRad="330200" dist="304800" dir="5400000" algn="t"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pic>
        <p:nvPicPr>
          <p:cNvPr id="6" name="Picture Placeholder 5" descr="A screen shot of a computer program&#10;&#10;AI-generated content may be incorrect.">
            <a:extLst>
              <a:ext uri="{FF2B5EF4-FFF2-40B4-BE49-F238E27FC236}">
                <a16:creationId xmlns:a16="http://schemas.microsoft.com/office/drawing/2014/main" id="{351CB2DA-A110-2C01-A58C-D93F92FAD73C}"/>
              </a:ext>
            </a:extLst>
          </p:cNvPr>
          <p:cNvPicPr>
            <a:picLocks noGrp="1" noChangeAspect="1"/>
          </p:cNvPicPr>
          <p:nvPr>
            <p:ph type="pic" sz="quarter" idx="14"/>
          </p:nvPr>
        </p:nvPicPr>
        <p:blipFill>
          <a:blip r:embed="rId2"/>
          <a:srcRect l="9586" r="9586"/>
          <a:stretch/>
        </p:blipFill>
        <p:spPr>
          <a:xfrm>
            <a:off x="0" y="574493"/>
            <a:ext cx="5109382" cy="1824219"/>
          </a:xfrm>
          <a:prstGeom prst="rect">
            <a:avLst/>
          </a:prstGeom>
          <a:solidFill>
            <a:srgbClr val="60A2F5">
              <a:lumMod val="75000"/>
            </a:srgbClr>
          </a:solidFill>
        </p:spPr>
      </p:pic>
      <p:pic>
        <p:nvPicPr>
          <p:cNvPr id="9" name="Picture 8" descr="A black screen with white text&#10;&#10;AI-generated content may be incorrect.">
            <a:extLst>
              <a:ext uri="{FF2B5EF4-FFF2-40B4-BE49-F238E27FC236}">
                <a16:creationId xmlns:a16="http://schemas.microsoft.com/office/drawing/2014/main" id="{C6AAB1D7-18CF-D747-1BBE-D0A87A2349EE}"/>
              </a:ext>
            </a:extLst>
          </p:cNvPr>
          <p:cNvPicPr>
            <a:picLocks noChangeAspect="1"/>
          </p:cNvPicPr>
          <p:nvPr/>
        </p:nvPicPr>
        <p:blipFill>
          <a:blip r:embed="rId3"/>
          <a:stretch>
            <a:fillRect/>
          </a:stretch>
        </p:blipFill>
        <p:spPr>
          <a:xfrm>
            <a:off x="1377612" y="2950252"/>
            <a:ext cx="4714875" cy="1257300"/>
          </a:xfrm>
          <a:prstGeom prst="rect">
            <a:avLst/>
          </a:prstGeom>
        </p:spPr>
      </p:pic>
      <p:sp>
        <p:nvSpPr>
          <p:cNvPr id="17" name="TextBox 16">
            <a:extLst>
              <a:ext uri="{FF2B5EF4-FFF2-40B4-BE49-F238E27FC236}">
                <a16:creationId xmlns:a16="http://schemas.microsoft.com/office/drawing/2014/main" id="{6C3F386D-6234-69F3-0CFF-E5C3DCA405BB}"/>
              </a:ext>
            </a:extLst>
          </p:cNvPr>
          <p:cNvSpPr txBox="1"/>
          <p:nvPr/>
        </p:nvSpPr>
        <p:spPr>
          <a:xfrm>
            <a:off x="6235908" y="577121"/>
            <a:ext cx="44670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cap="all" dirty="0">
                <a:solidFill>
                  <a:srgbClr val="262626"/>
                </a:solidFill>
                <a:latin typeface="Century"/>
              </a:rPr>
              <a:t>Comparing accuracy score</a:t>
            </a:r>
            <a:endParaRPr lang="en-US" dirty="0"/>
          </a:p>
        </p:txBody>
      </p:sp>
      <p:cxnSp>
        <p:nvCxnSpPr>
          <p:cNvPr id="19" name="Connector: Elbow 18">
            <a:extLst>
              <a:ext uri="{FF2B5EF4-FFF2-40B4-BE49-F238E27FC236}">
                <a16:creationId xmlns:a16="http://schemas.microsoft.com/office/drawing/2014/main" id="{542DFD6F-79DC-7135-A063-1C39C2E9BF6A}"/>
              </a:ext>
            </a:extLst>
          </p:cNvPr>
          <p:cNvCxnSpPr/>
          <p:nvPr/>
        </p:nvCxnSpPr>
        <p:spPr>
          <a:xfrm flipH="1">
            <a:off x="4609944" y="766217"/>
            <a:ext cx="1621436" cy="1339120"/>
          </a:xfrm>
          <a:prstGeom prst="bentConnector3">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88759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A2941-3964-171E-E0E4-19D57941686E}"/>
              </a:ext>
            </a:extLst>
          </p:cNvPr>
          <p:cNvSpPr>
            <a:spLocks noGrp="1"/>
          </p:cNvSpPr>
          <p:nvPr>
            <p:ph type="title"/>
          </p:nvPr>
        </p:nvSpPr>
        <p:spPr>
          <a:xfrm>
            <a:off x="1115563" y="2975864"/>
            <a:ext cx="10479088" cy="2587625"/>
          </a:xfrm>
        </p:spPr>
        <p:txBody>
          <a:bodyPr/>
          <a:lstStyle/>
          <a:p>
            <a:r>
              <a:rPr lang="en-US" dirty="0">
                <a:latin typeface="Aptos Serif"/>
                <a:cs typeface="Aptos Serif"/>
              </a:rPr>
              <a:t>Thankyou!</a:t>
            </a:r>
          </a:p>
        </p:txBody>
      </p:sp>
      <p:sp>
        <p:nvSpPr>
          <p:cNvPr id="5" name="L-Shape 4">
            <a:extLst>
              <a:ext uri="{FF2B5EF4-FFF2-40B4-BE49-F238E27FC236}">
                <a16:creationId xmlns:a16="http://schemas.microsoft.com/office/drawing/2014/main" id="{023A709A-D63B-0E49-6C90-7A60FACA13E5}"/>
              </a:ext>
            </a:extLst>
          </p:cNvPr>
          <p:cNvSpPr/>
          <p:nvPr/>
        </p:nvSpPr>
        <p:spPr>
          <a:xfrm rot="5400000" flipH="1">
            <a:off x="5461000" y="-670560"/>
            <a:ext cx="233680" cy="9418320"/>
          </a:xfrm>
          <a:prstGeom prst="corner">
            <a:avLst/>
          </a:prstGeom>
          <a:solidFill>
            <a:schemeClr val="accent6">
              <a:lumMod val="60000"/>
              <a:lumOff val="40000"/>
            </a:schemeClr>
          </a:solidFill>
          <a:ln>
            <a:solidFill>
              <a:schemeClr val="accent6">
                <a:lumMod val="50000"/>
              </a:schemeClr>
            </a:solid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3" name="TextBox 2">
            <a:extLst>
              <a:ext uri="{FF2B5EF4-FFF2-40B4-BE49-F238E27FC236}">
                <a16:creationId xmlns:a16="http://schemas.microsoft.com/office/drawing/2014/main" id="{88D58055-EFA9-C074-A2F9-F1E9C263B738}"/>
              </a:ext>
            </a:extLst>
          </p:cNvPr>
          <p:cNvSpPr txBox="1"/>
          <p:nvPr/>
        </p:nvSpPr>
        <p:spPr>
          <a:xfrm>
            <a:off x="863600" y="4267200"/>
            <a:ext cx="105664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u="sng" dirty="0">
                <a:solidFill>
                  <a:srgbClr val="FFFFFF"/>
                </a:solidFill>
                <a:cs typeface="Segoe UI"/>
                <a:hlinkClick r:id="rId2">
                  <a:extLst>
                    <a:ext uri="{A12FA001-AC4F-418D-AE19-62706E023703}">
                      <ahyp:hlinkClr xmlns:ahyp="http://schemas.microsoft.com/office/drawing/2018/hyperlinkcolor" val="tx"/>
                    </a:ext>
                  </a:extLst>
                </a:hlinkClick>
              </a:rPr>
              <a:t>Google colab link-</a:t>
            </a:r>
          </a:p>
          <a:p>
            <a:r>
              <a:rPr lang="en-US" dirty="0">
                <a:solidFill>
                  <a:schemeClr val="bg1"/>
                </a:solidFill>
                <a:ea typeface="+mn-lt"/>
                <a:cs typeface="+mn-lt"/>
              </a:rPr>
              <a:t>https://colab.research.google.com/drive/1rzpYLPIWe_WC55CCC2yWUSaTfT9iTP-e?usp=sharing</a:t>
            </a:r>
          </a:p>
          <a:p>
            <a:endParaRPr lang="en-US" dirty="0">
              <a:solidFill>
                <a:srgbClr val="FFFFFF"/>
              </a:solidFill>
            </a:endParaRPr>
          </a:p>
        </p:txBody>
      </p:sp>
    </p:spTree>
    <p:extLst>
      <p:ext uri="{BB962C8B-B14F-4D97-AF65-F5344CB8AC3E}">
        <p14:creationId xmlns:p14="http://schemas.microsoft.com/office/powerpoint/2010/main" val="1384780122"/>
      </p:ext>
    </p:extLst>
  </p:cSld>
  <p:clrMapOvr>
    <a:masterClrMapping/>
  </p:clrMapOvr>
</p:sld>
</file>

<file path=ppt/theme/theme1.xml><?xml version="1.0" encoding="utf-8"?>
<a:theme xmlns:a="http://schemas.openxmlformats.org/drawingml/2006/main" name="Custom">
  <a:themeElements>
    <a:clrScheme name="TM66835393">
      <a:dk1>
        <a:srgbClr val="000000"/>
      </a:dk1>
      <a:lt1>
        <a:srgbClr val="FFFFFF"/>
      </a:lt1>
      <a:dk2>
        <a:srgbClr val="44546A"/>
      </a:dk2>
      <a:lt2>
        <a:srgbClr val="E7E6E6"/>
      </a:lt2>
      <a:accent1>
        <a:srgbClr val="55BC7E"/>
      </a:accent1>
      <a:accent2>
        <a:srgbClr val="FFC330"/>
      </a:accent2>
      <a:accent3>
        <a:srgbClr val="BE80FF"/>
      </a:accent3>
      <a:accent4>
        <a:srgbClr val="FF8345"/>
      </a:accent4>
      <a:accent5>
        <a:srgbClr val="FF70BF"/>
      </a:accent5>
      <a:accent6>
        <a:srgbClr val="60A2F5"/>
      </a:accent6>
      <a:hlink>
        <a:srgbClr val="5C4EDC"/>
      </a:hlink>
      <a:folHlink>
        <a:srgbClr val="7FC5FF"/>
      </a:folHlink>
    </a:clrScheme>
    <a:fontScheme name="Custom 32">
      <a:majorFont>
        <a:latin typeface="Aptos"/>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18000">
              <a:schemeClr val="accent1">
                <a:lumMod val="5000"/>
                <a:lumOff val="95000"/>
              </a:schemeClr>
            </a:gs>
            <a:gs pos="100000">
              <a:schemeClr val="accent3">
                <a:alpha val="71000"/>
              </a:schemeClr>
            </a:gs>
          </a:gsLst>
          <a:path path="circle">
            <a:fillToRect l="100000" b="100000"/>
          </a:path>
          <a:tileRect t="-100000" r="-100000"/>
        </a:gradFill>
        <a:ln>
          <a:noFill/>
        </a:ln>
        <a:effectLst>
          <a:outerShdw blurRad="330200" dist="304800" dir="5400000" algn="t" rotWithShape="0">
            <a:prstClr val="black">
              <a:alpha val="39000"/>
            </a:prstClr>
          </a:outerShdw>
        </a:effectLst>
      </a:spPr>
      <a:bodyPr rtlCol="0" anchor="ctr"/>
      <a:lstStyle>
        <a:defPPr algn="ctr">
          <a:defRPr>
            <a:solidFill>
              <a:schemeClr val="lt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M66835393_win32_SD_v3" id="{4170EB69-3ACE-4C18-BE4C-C6CBD8BF8A79}" vid="{8A480AB3-AE5D-4813-AA67-ADACC5EA6C3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9" ma:contentTypeDescription="Create a new document." ma:contentTypeScope="" ma:versionID="6a914531ae0f23be31da2eba1f3b42a9">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ae00154c9e66547f022c4923f88826d6"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5E72E99-0076-433E-AD3A-575A11FAB73D}">
  <ds:schemaRefs>
    <ds:schemaRef ds:uri="http://schemas.microsoft.com/sharepoint/v3/contenttype/forms"/>
  </ds:schemaRefs>
</ds:datastoreItem>
</file>

<file path=customXml/itemProps2.xml><?xml version="1.0" encoding="utf-8"?>
<ds:datastoreItem xmlns:ds="http://schemas.openxmlformats.org/officeDocument/2006/customXml" ds:itemID="{7B247F30-5811-40C0-99EC-CF53200590BE}">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146EB691-4DD5-4558-B7D1-3EA8CC81E28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417</Words>
  <Application>Microsoft Office PowerPoint</Application>
  <PresentationFormat>Widescreen</PresentationFormat>
  <Paragraphs>108</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Custom</vt:lpstr>
      <vt:lpstr>case project-2 </vt:lpstr>
      <vt:lpstr>Dataset analysis: </vt:lpstr>
      <vt:lpstr>Question-1</vt:lpstr>
      <vt:lpstr>APPROACH:</vt:lpstr>
      <vt:lpstr>Question-2</vt:lpstr>
      <vt:lpstr>APPROACH:</vt:lpstr>
      <vt:lpstr>Question-3</vt:lpstr>
      <vt:lpstr>APPROACH:</vt:lpstr>
      <vt:lpstr>Question-4</vt:lpstr>
      <vt:lpstr>APPROACH:</vt:lpstr>
      <vt:lpstr>Question-5</vt:lpstr>
      <vt:lpstr>TRAINING DECISION TREE MODEL:</vt:lpstr>
      <vt:lpstr>CONCLUSION:</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1649</cp:revision>
  <dcterms:created xsi:type="dcterms:W3CDTF">2025-06-19T17:09:34Z</dcterms:created>
  <dcterms:modified xsi:type="dcterms:W3CDTF">2025-06-30T19:49:59Z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