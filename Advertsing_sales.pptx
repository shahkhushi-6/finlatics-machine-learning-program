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305" r:id="rId5"/>
    <p:sldId id="306" r:id="rId6"/>
    <p:sldId id="307" r:id="rId7"/>
    <p:sldId id="308" r:id="rId8"/>
    <p:sldId id="309" r:id="rId9"/>
    <p:sldId id="310" r:id="rId10"/>
    <p:sldId id="320" r:id="rId11"/>
    <p:sldId id="319" r:id="rId12"/>
    <p:sldId id="311" r:id="rId13"/>
    <p:sldId id="312" r:id="rId14"/>
    <p:sldId id="314" r:id="rId15"/>
    <p:sldId id="317" r:id="rId16"/>
    <p:sldId id="316" r:id="rId17"/>
    <p:sldId id="321" r:id="rId18"/>
    <p:sldId id="322" r:id="rId19"/>
    <p:sldId id="323" r:id="rId20"/>
    <p:sldId id="31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792" userDrawn="1">
          <p15:clr>
            <a:srgbClr val="A4A3A4"/>
          </p15:clr>
        </p15:guide>
        <p15:guide id="3" pos="528" userDrawn="1">
          <p15:clr>
            <a:srgbClr val="A4A3A4"/>
          </p15:clr>
        </p15:guide>
        <p15:guide id="4" pos="7128" userDrawn="1">
          <p15:clr>
            <a:srgbClr val="A4A3A4"/>
          </p15:clr>
        </p15:guide>
        <p15:guide id="5" orient="horz" pos="2808" userDrawn="1">
          <p15:clr>
            <a:srgbClr val="A4A3A4"/>
          </p15:clr>
        </p15:guide>
        <p15:guide id="6" pos="2976" userDrawn="1">
          <p15:clr>
            <a:srgbClr val="A4A3A4"/>
          </p15:clr>
        </p15:guide>
        <p15:guide id="7" orient="horz" pos="9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8B824-1EB6-4D05-4FF3-06A0F73440D5}" v="468" dt="2025-06-21T05:51:12.577"/>
    <p1510:client id="{45DF7FF4-FC06-1157-AE85-084D49247DA5}" v="453" dt="2025-06-21T18:29:04.927"/>
    <p1510:client id="{500CD737-7F75-1D69-2846-EF4A77287486}" v="1189" dt="2025-06-20T20:40:27.866"/>
    <p1510:client id="{6CF0E4F0-A1FD-CCAE-DFEA-8EBE8D76CC11}" v="1799" dt="2025-06-22T14:54:19.676"/>
    <p1510:client id="{CA1F0FEE-81D3-02C7-696C-5165386646BA}" v="3124" dt="2025-06-20T19:45:12.666"/>
  </p1510:revLst>
</p1510:revInfo>
</file>

<file path=ppt/tableStyles.xml><?xml version="1.0" encoding="utf-8"?>
<a:tblStyleLst xmlns:a="http://schemas.openxmlformats.org/drawingml/2006/main" def="{68D230F3-CF80-4859-8CE7-A43EE81993B5}">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77"/>
    <p:restoredTop sz="94682"/>
  </p:normalViewPr>
  <p:slideViewPr>
    <p:cSldViewPr snapToGrid="0">
      <p:cViewPr>
        <p:scale>
          <a:sx n="100" d="100"/>
          <a:sy n="100" d="100"/>
        </p:scale>
        <p:origin x="-312" y="-768"/>
      </p:cViewPr>
      <p:guideLst>
        <p:guide orient="horz" pos="3792"/>
        <p:guide pos="528"/>
        <p:guide pos="7128"/>
        <p:guide orient="horz" pos="2808"/>
        <p:guide pos="2976"/>
        <p:guide orient="horz" pos="9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8A626B-90D7-4334-9413-E33DD8B75B2B}" type="doc">
      <dgm:prSet loTypeId="urn:microsoft.com/office/officeart/2005/8/layout/arrow1" loCatId="relationship" qsTypeId="urn:microsoft.com/office/officeart/2005/8/quickstyle/simple4" qsCatId="simple" csTypeId="urn:microsoft.com/office/officeart/2005/8/colors/accent6_2" csCatId="accent6" phldr="1"/>
      <dgm:spPr/>
      <dgm:t>
        <a:bodyPr/>
        <a:lstStyle/>
        <a:p>
          <a:endParaRPr lang="en-US"/>
        </a:p>
      </dgm:t>
    </dgm:pt>
    <dgm:pt modelId="{65259BC1-03D1-422C-A06C-3ECEC845F0F3}">
      <dgm:prSet phldrT="[Text]" phldr="0"/>
      <dgm:spPr/>
      <dgm:t>
        <a:bodyPr/>
        <a:lstStyle/>
        <a:p>
          <a:pPr rtl="0"/>
          <a:r>
            <a:rPr lang="en-US" dirty="0">
              <a:latin typeface="Aptos"/>
            </a:rPr>
            <a:t>Indirect proportionality</a:t>
          </a:r>
          <a:endParaRPr lang="en-US" dirty="0"/>
        </a:p>
      </dgm:t>
    </dgm:pt>
    <dgm:pt modelId="{1336588A-DCAF-45E1-BD50-8164D247608F}" type="parTrans" cxnId="{8C817AE1-4AC2-47FE-A2A6-4154AFB107EB}">
      <dgm:prSet/>
      <dgm:spPr/>
      <dgm:t>
        <a:bodyPr/>
        <a:lstStyle/>
        <a:p>
          <a:endParaRPr lang="en-US"/>
        </a:p>
      </dgm:t>
    </dgm:pt>
    <dgm:pt modelId="{2F0DD276-22CB-412C-B820-22D2A3E9E3CF}" type="sibTrans" cxnId="{8C817AE1-4AC2-47FE-A2A6-4154AFB107EB}">
      <dgm:prSet/>
      <dgm:spPr/>
      <dgm:t>
        <a:bodyPr/>
        <a:lstStyle/>
        <a:p>
          <a:endParaRPr lang="en-US"/>
        </a:p>
      </dgm:t>
    </dgm:pt>
    <dgm:pt modelId="{B18505A3-F0D8-41A4-AA1E-66F175B629AC}">
      <dgm:prSet phldrT="[Text]" phldr="0"/>
      <dgm:spPr/>
      <dgm:t>
        <a:bodyPr/>
        <a:lstStyle/>
        <a:p>
          <a:pPr rtl="0"/>
          <a:r>
            <a:rPr lang="en-US" dirty="0">
              <a:latin typeface="Aptos"/>
            </a:rPr>
            <a:t>Direct proportionality</a:t>
          </a:r>
          <a:endParaRPr lang="en-US" dirty="0"/>
        </a:p>
      </dgm:t>
    </dgm:pt>
    <dgm:pt modelId="{E4E4245A-0995-45D5-9A5D-DF38A31ECFA2}" type="parTrans" cxnId="{017B10EA-1A07-44DF-A619-F6A2A5F385DB}">
      <dgm:prSet/>
      <dgm:spPr/>
      <dgm:t>
        <a:bodyPr/>
        <a:lstStyle/>
        <a:p>
          <a:endParaRPr lang="en-US"/>
        </a:p>
      </dgm:t>
    </dgm:pt>
    <dgm:pt modelId="{AFE0187D-3DB5-4AC2-BFCC-928EB5C3EEF7}" type="sibTrans" cxnId="{017B10EA-1A07-44DF-A619-F6A2A5F385DB}">
      <dgm:prSet/>
      <dgm:spPr/>
      <dgm:t>
        <a:bodyPr/>
        <a:lstStyle/>
        <a:p>
          <a:endParaRPr lang="en-US"/>
        </a:p>
      </dgm:t>
    </dgm:pt>
    <dgm:pt modelId="{C2FC65B7-7649-4028-95B6-4F1AD1D35787}" type="pres">
      <dgm:prSet presAssocID="{7F8A626B-90D7-4334-9413-E33DD8B75B2B}" presName="cycle" presStyleCnt="0">
        <dgm:presLayoutVars>
          <dgm:dir/>
          <dgm:resizeHandles val="exact"/>
        </dgm:presLayoutVars>
      </dgm:prSet>
      <dgm:spPr/>
    </dgm:pt>
    <dgm:pt modelId="{A1EBF420-C62C-4A6C-B2CE-8ACBF7E87B14}" type="pres">
      <dgm:prSet presAssocID="{65259BC1-03D1-422C-A06C-3ECEC845F0F3}" presName="arrow" presStyleLbl="node1" presStyleIdx="0" presStyleCnt="2">
        <dgm:presLayoutVars>
          <dgm:bulletEnabled val="1"/>
        </dgm:presLayoutVars>
      </dgm:prSet>
      <dgm:spPr/>
    </dgm:pt>
    <dgm:pt modelId="{0C4411BE-3556-48A6-B50F-104B394A6F48}" type="pres">
      <dgm:prSet presAssocID="{B18505A3-F0D8-41A4-AA1E-66F175B629AC}" presName="arrow" presStyleLbl="node1" presStyleIdx="1" presStyleCnt="2">
        <dgm:presLayoutVars>
          <dgm:bulletEnabled val="1"/>
        </dgm:presLayoutVars>
      </dgm:prSet>
      <dgm:spPr/>
    </dgm:pt>
  </dgm:ptLst>
  <dgm:cxnLst>
    <dgm:cxn modelId="{1EE5AA05-1B84-4C53-A899-8D7AFBB6FAFF}" type="presOf" srcId="{B18505A3-F0D8-41A4-AA1E-66F175B629AC}" destId="{0C4411BE-3556-48A6-B50F-104B394A6F48}" srcOrd="0" destOrd="0" presId="urn:microsoft.com/office/officeart/2005/8/layout/arrow1"/>
    <dgm:cxn modelId="{B265090F-67B4-4511-BFFD-4141347BB1EC}" type="presOf" srcId="{7F8A626B-90D7-4334-9413-E33DD8B75B2B}" destId="{C2FC65B7-7649-4028-95B6-4F1AD1D35787}" srcOrd="0" destOrd="0" presId="urn:microsoft.com/office/officeart/2005/8/layout/arrow1"/>
    <dgm:cxn modelId="{04594389-1F2C-477E-ABF8-782FBF1CD530}" type="presOf" srcId="{65259BC1-03D1-422C-A06C-3ECEC845F0F3}" destId="{A1EBF420-C62C-4A6C-B2CE-8ACBF7E87B14}" srcOrd="0" destOrd="0" presId="urn:microsoft.com/office/officeart/2005/8/layout/arrow1"/>
    <dgm:cxn modelId="{8C817AE1-4AC2-47FE-A2A6-4154AFB107EB}" srcId="{7F8A626B-90D7-4334-9413-E33DD8B75B2B}" destId="{65259BC1-03D1-422C-A06C-3ECEC845F0F3}" srcOrd="0" destOrd="0" parTransId="{1336588A-DCAF-45E1-BD50-8164D247608F}" sibTransId="{2F0DD276-22CB-412C-B820-22D2A3E9E3CF}"/>
    <dgm:cxn modelId="{017B10EA-1A07-44DF-A619-F6A2A5F385DB}" srcId="{7F8A626B-90D7-4334-9413-E33DD8B75B2B}" destId="{B18505A3-F0D8-41A4-AA1E-66F175B629AC}" srcOrd="1" destOrd="0" parTransId="{E4E4245A-0995-45D5-9A5D-DF38A31ECFA2}" sibTransId="{AFE0187D-3DB5-4AC2-BFCC-928EB5C3EEF7}"/>
    <dgm:cxn modelId="{C52DCBC2-2BAC-4CC0-91BD-D0B89C5A2AFA}" type="presParOf" srcId="{C2FC65B7-7649-4028-95B6-4F1AD1D35787}" destId="{A1EBF420-C62C-4A6C-B2CE-8ACBF7E87B14}" srcOrd="0" destOrd="0" presId="urn:microsoft.com/office/officeart/2005/8/layout/arrow1"/>
    <dgm:cxn modelId="{3FA432CB-EE60-4620-B5EA-87F0BE5016B6}" type="presParOf" srcId="{C2FC65B7-7649-4028-95B6-4F1AD1D35787}" destId="{0C4411BE-3556-48A6-B50F-104B394A6F48}" srcOrd="1" destOrd="0" presId="urn:microsoft.com/office/officeart/2005/8/layout/arrow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EBF420-C62C-4A6C-B2CE-8ACBF7E87B14}">
      <dsp:nvSpPr>
        <dsp:cNvPr id="0" name=""/>
        <dsp:cNvSpPr/>
      </dsp:nvSpPr>
      <dsp:spPr>
        <a:xfrm rot="16200000">
          <a:off x="79" y="30591"/>
          <a:ext cx="914176" cy="914176"/>
        </a:xfrm>
        <a:prstGeom prst="upArrow">
          <a:avLst>
            <a:gd name="adj1" fmla="val 50000"/>
            <a:gd name="adj2" fmla="val 35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784" tIns="49784" rIns="49784" bIns="49784" numCol="1" spcCol="1270" anchor="ctr" anchorCtr="0">
          <a:noAutofit/>
        </a:bodyPr>
        <a:lstStyle/>
        <a:p>
          <a:pPr marL="0" lvl="0" indent="0" algn="ctr" defTabSz="311150" rtl="0">
            <a:lnSpc>
              <a:spcPct val="90000"/>
            </a:lnSpc>
            <a:spcBef>
              <a:spcPct val="0"/>
            </a:spcBef>
            <a:spcAft>
              <a:spcPct val="35000"/>
            </a:spcAft>
            <a:buNone/>
          </a:pPr>
          <a:r>
            <a:rPr lang="en-US" sz="700" kern="1200" dirty="0">
              <a:latin typeface="Aptos"/>
            </a:rPr>
            <a:t>Indirect proportionality</a:t>
          </a:r>
          <a:endParaRPr lang="en-US" sz="700" kern="1200" dirty="0"/>
        </a:p>
      </dsp:txBody>
      <dsp:txXfrm rot="5400000">
        <a:off x="160061" y="259134"/>
        <a:ext cx="754195" cy="457088"/>
      </dsp:txXfrm>
    </dsp:sp>
    <dsp:sp modelId="{0C4411BE-3556-48A6-B50F-104B394A6F48}">
      <dsp:nvSpPr>
        <dsp:cNvPr id="0" name=""/>
        <dsp:cNvSpPr/>
      </dsp:nvSpPr>
      <dsp:spPr>
        <a:xfrm rot="5400000">
          <a:off x="1005983" y="30591"/>
          <a:ext cx="914176" cy="914176"/>
        </a:xfrm>
        <a:prstGeom prst="upArrow">
          <a:avLst>
            <a:gd name="adj1" fmla="val 50000"/>
            <a:gd name="adj2" fmla="val 35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9784" tIns="49784" rIns="49784" bIns="49784" numCol="1" spcCol="1270" anchor="ctr" anchorCtr="0">
          <a:noAutofit/>
        </a:bodyPr>
        <a:lstStyle/>
        <a:p>
          <a:pPr marL="0" lvl="0" indent="0" algn="ctr" defTabSz="311150" rtl="0">
            <a:lnSpc>
              <a:spcPct val="90000"/>
            </a:lnSpc>
            <a:spcBef>
              <a:spcPct val="0"/>
            </a:spcBef>
            <a:spcAft>
              <a:spcPct val="35000"/>
            </a:spcAft>
            <a:buNone/>
          </a:pPr>
          <a:r>
            <a:rPr lang="en-US" sz="700" kern="1200" dirty="0">
              <a:latin typeface="Aptos"/>
            </a:rPr>
            <a:t>Direct proportionality</a:t>
          </a:r>
          <a:endParaRPr lang="en-US" sz="700" kern="1200" dirty="0"/>
        </a:p>
      </dsp:txBody>
      <dsp:txXfrm rot="-5400000">
        <a:off x="1005984" y="259135"/>
        <a:ext cx="754195" cy="457088"/>
      </dsp:txXfrm>
    </dsp:sp>
  </dsp:spTree>
</dsp:drawing>
</file>

<file path=ppt/diagrams/layout1.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6/22/2025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EDBDA2-4480-4D82-8886-1B64A7ECBBAC}" type="datetimeFigureOut">
              <a:rPr lang="en-US" noProof="0" smtClean="0"/>
              <a:t>6/22/2025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DDBACE-0F8F-43FD-98F0-DEE13552DADA}" type="slidenum">
              <a:rPr lang="en-US" noProof="0" smtClean="0"/>
              <a:t>‹#›</a:t>
            </a:fld>
            <a:endParaRPr lang="en-US" noProof="0" dirty="0"/>
          </a:p>
        </p:txBody>
      </p:sp>
    </p:spTree>
    <p:extLst>
      <p:ext uri="{BB962C8B-B14F-4D97-AF65-F5344CB8AC3E}">
        <p14:creationId xmlns:p14="http://schemas.microsoft.com/office/powerpoint/2010/main" val="145572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215"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335880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1EF8CAB-74EE-F5E0-2A98-D49729C5739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6" name="Graphic 5">
            <a:extLst>
              <a:ext uri="{FF2B5EF4-FFF2-40B4-BE49-F238E27FC236}">
                <a16:creationId xmlns:a16="http://schemas.microsoft.com/office/drawing/2014/main" id="{8783521D-ED5D-D5DB-16FA-CD1B1203DF6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87659"/>
          <a:stretch/>
        </p:blipFill>
        <p:spPr>
          <a:xfrm>
            <a:off x="0" y="5731979"/>
            <a:ext cx="1504645" cy="1146408"/>
          </a:xfrm>
          <a:prstGeom prst="rect">
            <a:avLst/>
          </a:prstGeom>
        </p:spPr>
      </p:pic>
      <p:pic>
        <p:nvPicPr>
          <p:cNvPr id="7" name="Graphic 6">
            <a:extLst>
              <a:ext uri="{FF2B5EF4-FFF2-40B4-BE49-F238E27FC236}">
                <a16:creationId xmlns:a16="http://schemas.microsoft.com/office/drawing/2014/main" id="{9381EED1-F8B1-76DD-2AF9-959C65437FF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8" name="Graphic 7">
            <a:extLst>
              <a:ext uri="{FF2B5EF4-FFF2-40B4-BE49-F238E27FC236}">
                <a16:creationId xmlns:a16="http://schemas.microsoft.com/office/drawing/2014/main" id="{1D23ADF4-87AF-5693-9986-341478D502B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9" name="Graphic 8">
            <a:extLst>
              <a:ext uri="{FF2B5EF4-FFF2-40B4-BE49-F238E27FC236}">
                <a16:creationId xmlns:a16="http://schemas.microsoft.com/office/drawing/2014/main" id="{2E5EE104-2241-C262-895C-BCA769134010}"/>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4" name="Content Placeholder 12">
            <a:extLst>
              <a:ext uri="{FF2B5EF4-FFF2-40B4-BE49-F238E27FC236}">
                <a16:creationId xmlns:a16="http://schemas.microsoft.com/office/drawing/2014/main" id="{19B7E7AC-A0E6-BE9A-4728-8FE036CF3538}"/>
              </a:ext>
            </a:extLst>
          </p:cNvPr>
          <p:cNvSpPr>
            <a:spLocks noGrp="1"/>
          </p:cNvSpPr>
          <p:nvPr>
            <p:ph sz="quarter" idx="13"/>
          </p:nvPr>
        </p:nvSpPr>
        <p:spPr>
          <a:xfrm>
            <a:off x="841248" y="1536827"/>
            <a:ext cx="6556375" cy="4479925"/>
          </a:xfrm>
        </p:spPr>
        <p:txBody>
          <a:bodyPr>
            <a:normAutofit/>
          </a:bodyPr>
          <a:lstStyle>
            <a:lvl1pPr>
              <a:lnSpc>
                <a:spcPct val="140000"/>
              </a:lnSpc>
              <a:spcAft>
                <a:spcPts val="0"/>
              </a:spcAft>
              <a:defRPr sz="2800"/>
            </a:lvl1pPr>
            <a:lvl2pPr>
              <a:defRPr sz="2800"/>
            </a:lvl2pPr>
            <a:lvl3pPr>
              <a:defRPr sz="2400"/>
            </a:lvl3pPr>
            <a:lvl4pPr>
              <a:defRPr sz="24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189564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with image 01">
    <p:bg>
      <p:bgPr>
        <a:solidFill>
          <a:schemeClr val="accent6">
            <a:lumMod val="50000"/>
          </a:schemeClr>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F0337A6-0579-B5BC-C526-F7EBDDB8E84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4" name="Graphic 3">
            <a:extLst>
              <a:ext uri="{FF2B5EF4-FFF2-40B4-BE49-F238E27FC236}">
                <a16:creationId xmlns:a16="http://schemas.microsoft.com/office/drawing/2014/main" id="{4166F179-9203-AC2D-A267-E25FA28E978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4BFC5468-5E1B-2FE4-DA95-D0CCC383D3E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2" name="Graphic 11">
            <a:extLst>
              <a:ext uri="{FF2B5EF4-FFF2-40B4-BE49-F238E27FC236}">
                <a16:creationId xmlns:a16="http://schemas.microsoft.com/office/drawing/2014/main" id="{617493C4-12E7-500C-5FD5-68370B57A20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3" name="Graphic 12">
            <a:extLst>
              <a:ext uri="{FF2B5EF4-FFF2-40B4-BE49-F238E27FC236}">
                <a16:creationId xmlns:a16="http://schemas.microsoft.com/office/drawing/2014/main" id="{149B5038-6091-D5DF-F2DA-3900885F498D}"/>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4" name="Graphic 13">
            <a:extLst>
              <a:ext uri="{FF2B5EF4-FFF2-40B4-BE49-F238E27FC236}">
                <a16:creationId xmlns:a16="http://schemas.microsoft.com/office/drawing/2014/main" id="{9442ADAB-F6BA-A55C-036E-C837F95C8F8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111240" y="2231136"/>
            <a:ext cx="6080760" cy="4626864"/>
          </a:xfrm>
          <a:solidFill>
            <a:schemeClr val="accent6">
              <a:lumMod val="50000"/>
            </a:schemeClr>
          </a:solidFill>
        </p:spPr>
        <p:txBody>
          <a:bodyPr/>
          <a:lstStyle>
            <a:lvl1pPr marL="0" indent="0" algn="r">
              <a:buNone/>
              <a:defRPr>
                <a:solidFill>
                  <a:schemeClr val="bg1"/>
                </a:solidFill>
              </a:defRPr>
            </a:lvl1pPr>
          </a:lstStyle>
          <a:p>
            <a:endParaRPr lang="en-US" dirty="0"/>
          </a:p>
        </p:txBody>
      </p:sp>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6931152"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6931152" cy="4480560"/>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Tree>
    <p:extLst>
      <p:ext uri="{BB962C8B-B14F-4D97-AF65-F5344CB8AC3E}">
        <p14:creationId xmlns:p14="http://schemas.microsoft.com/office/powerpoint/2010/main" val="78945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E18B122A-848F-E50E-C503-3930933A5C6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8908"/>
          <a:stretch/>
        </p:blipFill>
        <p:spPr>
          <a:xfrm>
            <a:off x="8401354" y="0"/>
            <a:ext cx="3790646" cy="6857999"/>
          </a:xfrm>
          <a:prstGeom prst="rect">
            <a:avLst/>
          </a:prstGeom>
        </p:spPr>
      </p:pic>
      <p:pic>
        <p:nvPicPr>
          <p:cNvPr id="12" name="Graphic 11">
            <a:extLst>
              <a:ext uri="{FF2B5EF4-FFF2-40B4-BE49-F238E27FC236}">
                <a16:creationId xmlns:a16="http://schemas.microsoft.com/office/drawing/2014/main" id="{08CD9875-E4AF-D7EA-9F8B-D27F2C3104A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13" name="Graphic 12">
            <a:extLst>
              <a:ext uri="{FF2B5EF4-FFF2-40B4-BE49-F238E27FC236}">
                <a16:creationId xmlns:a16="http://schemas.microsoft.com/office/drawing/2014/main" id="{8513E8A3-5E78-5821-6B7B-AF6343ACA73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E256415C-5388-7D35-1C15-8DA4ACDCA1F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5" name="Graphic 14">
            <a:extLst>
              <a:ext uri="{FF2B5EF4-FFF2-40B4-BE49-F238E27FC236}">
                <a16:creationId xmlns:a16="http://schemas.microsoft.com/office/drawing/2014/main" id="{8B78E2E7-B83A-F17C-9869-FED59DD512E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6556375"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758616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02">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321C850-160D-5CD7-B829-ADE752EA7AB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a:stretch/>
        </p:blipFill>
        <p:spPr>
          <a:xfrm>
            <a:off x="6096000" y="0"/>
            <a:ext cx="6096000" cy="6857999"/>
          </a:xfrm>
          <a:prstGeom prst="rect">
            <a:avLst/>
          </a:prstGeom>
        </p:spPr>
      </p:pic>
      <p:pic>
        <p:nvPicPr>
          <p:cNvPr id="6" name="Graphic 5">
            <a:extLst>
              <a:ext uri="{FF2B5EF4-FFF2-40B4-BE49-F238E27FC236}">
                <a16:creationId xmlns:a16="http://schemas.microsoft.com/office/drawing/2014/main" id="{33105707-8D59-D00C-596A-380479D0E0D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2297076"/>
            <a:ext cx="2286000" cy="2286000"/>
          </a:xfrm>
          <a:prstGeom prst="rect">
            <a:avLst/>
          </a:prstGeom>
        </p:spPr>
      </p:pic>
      <p:pic>
        <p:nvPicPr>
          <p:cNvPr id="7" name="Graphic 6">
            <a:extLst>
              <a:ext uri="{FF2B5EF4-FFF2-40B4-BE49-F238E27FC236}">
                <a16:creationId xmlns:a16="http://schemas.microsoft.com/office/drawing/2014/main" id="{3DC4FC4F-BE00-1554-FEBD-DE21F3AB35B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0A310F08-0B34-7E1C-7605-4F81502355F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9" name="Graphic 8">
            <a:extLst>
              <a:ext uri="{FF2B5EF4-FFF2-40B4-BE49-F238E27FC236}">
                <a16:creationId xmlns:a16="http://schemas.microsoft.com/office/drawing/2014/main" id="{63371AFC-6FAC-3C10-CCC0-ECE8DB9E997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sp>
        <p:nvSpPr>
          <p:cNvPr id="2" name="Title 1">
            <a:extLst>
              <a:ext uri="{FF2B5EF4-FFF2-40B4-BE49-F238E27FC236}">
                <a16:creationId xmlns:a16="http://schemas.microsoft.com/office/drawing/2014/main" id="{9BAE121A-5259-1180-7385-CE2C03431052}"/>
              </a:ext>
            </a:extLst>
          </p:cNvPr>
          <p:cNvSpPr>
            <a:spLocks noGrp="1"/>
          </p:cNvSpPr>
          <p:nvPr>
            <p:ph type="title"/>
          </p:nvPr>
        </p:nvSpPr>
        <p:spPr>
          <a:xfrm>
            <a:off x="841248" y="841248"/>
            <a:ext cx="10479024" cy="557784"/>
          </a:xfrm>
        </p:spPr>
        <p:txBody>
          <a:bodyPr anchor="t"/>
          <a:lstStyle>
            <a:lvl1pPr>
              <a:defRPr sz="2000" b="1" cap="all" spc="300" baseline="0">
                <a:solidFill>
                  <a:schemeClr val="bg1">
                    <a:lumMod val="95000"/>
                  </a:schemeClr>
                </a:solidFill>
              </a:defRPr>
            </a:lvl1pPr>
          </a:lstStyle>
          <a:p>
            <a:r>
              <a:rPr lang="en-US" dirty="0"/>
              <a:t>Click to edit Master title style</a:t>
            </a:r>
          </a:p>
        </p:txBody>
      </p:sp>
      <p:sp>
        <p:nvSpPr>
          <p:cNvPr id="11" name="Text Placeholder 10">
            <a:extLst>
              <a:ext uri="{FF2B5EF4-FFF2-40B4-BE49-F238E27FC236}">
                <a16:creationId xmlns:a16="http://schemas.microsoft.com/office/drawing/2014/main" id="{B810682D-F26A-B1BF-CD97-BB8BD31B2F32}"/>
              </a:ext>
            </a:extLst>
          </p:cNvPr>
          <p:cNvSpPr>
            <a:spLocks noGrp="1"/>
          </p:cNvSpPr>
          <p:nvPr>
            <p:ph type="body" sz="quarter" idx="10"/>
          </p:nvPr>
        </p:nvSpPr>
        <p:spPr>
          <a:xfrm>
            <a:off x="841247" y="1536192"/>
            <a:ext cx="10479024" cy="2679192"/>
          </a:xfrm>
        </p:spPr>
        <p:txBody>
          <a:bodyPr/>
          <a:lstStyle>
            <a:lvl1pPr marL="0" indent="0">
              <a:lnSpc>
                <a:spcPct val="75000"/>
              </a:lnSpc>
              <a:buNone/>
              <a:defRPr sz="8000">
                <a:solidFill>
                  <a:schemeClr val="bg1">
                    <a:lumMod val="95000"/>
                  </a:schemeClr>
                </a:solidFill>
              </a:defRPr>
            </a:lvl1pPr>
          </a:lstStyle>
          <a:p>
            <a:pPr lvl="0"/>
            <a:r>
              <a:rPr lang="en-US" dirty="0"/>
              <a:t>Click to edit Master text styles</a:t>
            </a:r>
          </a:p>
        </p:txBody>
      </p:sp>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0" y="4462272"/>
            <a:ext cx="12188952" cy="239572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Tree>
    <p:extLst>
      <p:ext uri="{BB962C8B-B14F-4D97-AF65-F5344CB8AC3E}">
        <p14:creationId xmlns:p14="http://schemas.microsoft.com/office/powerpoint/2010/main" val="203980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0F0E0D3-11E9-A85D-821D-49C27B06B0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6" name="Graphic 5">
            <a:extLst>
              <a:ext uri="{FF2B5EF4-FFF2-40B4-BE49-F238E27FC236}">
                <a16:creationId xmlns:a16="http://schemas.microsoft.com/office/drawing/2014/main" id="{7433D848-BBB0-8852-CBA7-96FB04BFADE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556"/>
          <a:stretch/>
        </p:blipFill>
        <p:spPr>
          <a:xfrm>
            <a:off x="10687351" y="4584700"/>
            <a:ext cx="1504649" cy="1130300"/>
          </a:xfrm>
          <a:prstGeom prst="rect">
            <a:avLst/>
          </a:prstGeom>
        </p:spPr>
      </p:pic>
      <p:pic>
        <p:nvPicPr>
          <p:cNvPr id="7" name="Graphic 6">
            <a:extLst>
              <a:ext uri="{FF2B5EF4-FFF2-40B4-BE49-F238E27FC236}">
                <a16:creationId xmlns:a16="http://schemas.microsoft.com/office/drawing/2014/main" id="{3A0A5B28-1267-FF8C-DD34-4AE0CE17FD97}"/>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8" name="Graphic 7">
            <a:extLst>
              <a:ext uri="{FF2B5EF4-FFF2-40B4-BE49-F238E27FC236}">
                <a16:creationId xmlns:a16="http://schemas.microsoft.com/office/drawing/2014/main" id="{72FE7896-D379-408C-54BB-757C71F0DEF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49515" r="34180"/>
          <a:stretch/>
        </p:blipFill>
        <p:spPr>
          <a:xfrm>
            <a:off x="10687351" y="1141376"/>
            <a:ext cx="1504649" cy="1154076"/>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37E02B10-F9DF-509C-64D5-91DEB6988175}"/>
              </a:ext>
            </a:extLst>
          </p:cNvPr>
          <p:cNvSpPr>
            <a:spLocks noGrp="1"/>
          </p:cNvSpPr>
          <p:nvPr>
            <p:ph type="body" sz="quarter" idx="15"/>
          </p:nvPr>
        </p:nvSpPr>
        <p:spPr>
          <a:xfrm>
            <a:off x="4791455" y="1536826"/>
            <a:ext cx="5650992" cy="557784"/>
          </a:xfrm>
        </p:spPr>
        <p:txBody>
          <a:bodyPr/>
          <a:lstStyle>
            <a:lvl1pPr marL="0" indent="0">
              <a:lnSpc>
                <a:spcPct val="90000"/>
              </a:lnSpc>
              <a:spcBef>
                <a:spcPts val="1000"/>
              </a:spcBef>
              <a:spcAft>
                <a:spcPts val="0"/>
              </a:spcAft>
              <a:buNone/>
              <a:defRPr sz="2000" b="1" baseline="0">
                <a:solidFill>
                  <a:schemeClr val="tx1"/>
                </a:solidFill>
                <a:latin typeface="+mj-lt"/>
              </a:defRPr>
            </a:lvl1pPr>
          </a:lstStyle>
          <a:p>
            <a:pPr lvl="0"/>
            <a:r>
              <a:rPr lang="en-US" dirty="0"/>
              <a:t>Click to edit Master text styles</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2267712"/>
            <a:ext cx="5650992" cy="3767328"/>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5837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DCE1CF12-4201-C23B-7B9A-02EB4F8A79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396"/>
          <a:stretch/>
        </p:blipFill>
        <p:spPr>
          <a:xfrm>
            <a:off x="0" y="5731980"/>
            <a:ext cx="12192000" cy="1138720"/>
          </a:xfrm>
          <a:prstGeom prst="rect">
            <a:avLst/>
          </a:prstGeom>
        </p:spPr>
      </p:pic>
      <p:pic>
        <p:nvPicPr>
          <p:cNvPr id="12" name="Graphic 11">
            <a:extLst>
              <a:ext uri="{FF2B5EF4-FFF2-40B4-BE49-F238E27FC236}">
                <a16:creationId xmlns:a16="http://schemas.microsoft.com/office/drawing/2014/main" id="{513CE0C7-867A-80BB-9E96-3008375B7E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8854" b="83396"/>
          <a:stretch/>
        </p:blipFill>
        <p:spPr>
          <a:xfrm>
            <a:off x="0" y="12700"/>
            <a:ext cx="3797300" cy="1138720"/>
          </a:xfrm>
          <a:prstGeom prst="rect">
            <a:avLst/>
          </a:prstGeom>
        </p:spPr>
      </p:pic>
      <p:pic>
        <p:nvPicPr>
          <p:cNvPr id="13" name="Graphic 12">
            <a:extLst>
              <a:ext uri="{FF2B5EF4-FFF2-40B4-BE49-F238E27FC236}">
                <a16:creationId xmlns:a16="http://schemas.microsoft.com/office/drawing/2014/main" id="{736CB758-B1DB-F2E0-00E7-BF5660C5F25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33598" b="49858"/>
          <a:stretch/>
        </p:blipFill>
        <p:spPr>
          <a:xfrm>
            <a:off x="0" y="9452"/>
            <a:ext cx="1517954" cy="1146248"/>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4764024" y="841248"/>
            <a:ext cx="6556248" cy="557784"/>
          </a:xfrm>
        </p:spPr>
        <p:txBody>
          <a:bodyPr anchor="t"/>
          <a:lstStyle>
            <a:lvl1pPr>
              <a:defRPr sz="2000" cap="all" spc="300" baseline="0"/>
            </a:lvl1pPr>
          </a:lstStyle>
          <a:p>
            <a:r>
              <a:rPr lang="en-US" dirty="0"/>
              <a:t>Click to edit Master title style</a:t>
            </a:r>
          </a:p>
        </p:txBody>
      </p:sp>
      <p:sp>
        <p:nvSpPr>
          <p:cNvPr id="14" name="Picture Placeholder 15">
            <a:extLst>
              <a:ext uri="{FF2B5EF4-FFF2-40B4-BE49-F238E27FC236}">
                <a16:creationId xmlns:a16="http://schemas.microsoft.com/office/drawing/2014/main" id="{A780F1E2-F795-D408-7361-9B32EA12F8E7}"/>
              </a:ext>
            </a:extLst>
          </p:cNvPr>
          <p:cNvSpPr>
            <a:spLocks noGrp="1"/>
          </p:cNvSpPr>
          <p:nvPr>
            <p:ph type="pic" sz="quarter" idx="14"/>
          </p:nvPr>
        </p:nvSpPr>
        <p:spPr>
          <a:xfrm>
            <a:off x="0" y="836676"/>
            <a:ext cx="3785616" cy="5184648"/>
          </a:xfrm>
          <a:solidFill>
            <a:schemeClr val="accent6">
              <a:lumMod val="75000"/>
            </a:schemeClr>
          </a:solidFill>
        </p:spPr>
        <p:txBody>
          <a:bodyPr/>
          <a:lstStyle>
            <a:lvl1pPr marL="0" indent="0" algn="ctr">
              <a:buNone/>
              <a:defRPr>
                <a:solidFill>
                  <a:sysClr val="windowText" lastClr="000000"/>
                </a:solidFill>
              </a:defRPr>
            </a:lvl1pPr>
          </a:lstStyle>
          <a:p>
            <a:endParaRPr lang="en-US" dirty="0"/>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4764023" y="1536827"/>
            <a:ext cx="6556247" cy="4479925"/>
          </a:xfrm>
        </p:spPr>
        <p:txBody>
          <a:bodyPr>
            <a:normAutofit/>
          </a:bodyPr>
          <a:lstStyle>
            <a:lvl1pPr>
              <a:lnSpc>
                <a:spcPct val="90000"/>
              </a:lnSpc>
              <a:spcAft>
                <a:spcPts val="1800"/>
              </a:spcAft>
              <a:buSzPct val="100000"/>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408805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532740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342900" indent="-342900">
              <a:lnSpc>
                <a:spcPct val="90000"/>
              </a:lnSpc>
              <a:spcAft>
                <a:spcPts val="1800"/>
              </a:spcAft>
              <a:buSzPct val="100000"/>
              <a:buFont typeface="Arial" panose="020B0604020202020204" pitchFamily="34" charset="0"/>
              <a:buChar char="•"/>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27448" y="1536827"/>
            <a:ext cx="6592824" cy="4480560"/>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pic>
        <p:nvPicPr>
          <p:cNvPr id="5" name="Graphic 4">
            <a:extLst>
              <a:ext uri="{FF2B5EF4-FFF2-40B4-BE49-F238E27FC236}">
                <a16:creationId xmlns:a16="http://schemas.microsoft.com/office/drawing/2014/main" id="{3FD831DA-EDBD-A492-3E6D-6ABBF4438FC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b="83148"/>
          <a:stretch/>
        </p:blipFill>
        <p:spPr>
          <a:xfrm>
            <a:off x="10687350" y="12700"/>
            <a:ext cx="1504649" cy="1155700"/>
          </a:xfrm>
          <a:prstGeom prst="rect">
            <a:avLst/>
          </a:prstGeom>
        </p:spPr>
      </p:pic>
      <p:pic>
        <p:nvPicPr>
          <p:cNvPr id="6" name="Graphic 5">
            <a:extLst>
              <a:ext uri="{FF2B5EF4-FFF2-40B4-BE49-F238E27FC236}">
                <a16:creationId xmlns:a16="http://schemas.microsoft.com/office/drawing/2014/main" id="{00071AEB-E268-A464-7197-69FA762C3C5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444"/>
          <a:stretch/>
        </p:blipFill>
        <p:spPr>
          <a:xfrm>
            <a:off x="10687351" y="9452"/>
            <a:ext cx="1504649" cy="1155700"/>
          </a:xfrm>
          <a:prstGeom prst="rect">
            <a:avLst/>
          </a:prstGeom>
        </p:spPr>
      </p:pic>
    </p:spTree>
    <p:extLst>
      <p:ext uri="{BB962C8B-B14F-4D97-AF65-F5344CB8AC3E}">
        <p14:creationId xmlns:p14="http://schemas.microsoft.com/office/powerpoint/2010/main" val="2969287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C5788EE-4EDA-20FA-8EB9-2F0639E8A2B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0000" t="1" b="49999"/>
          <a:stretch/>
        </p:blipFill>
        <p:spPr>
          <a:xfrm>
            <a:off x="6096000" y="0"/>
            <a:ext cx="6095999" cy="3429000"/>
          </a:xfrm>
          <a:prstGeom prst="rect">
            <a:avLst/>
          </a:prstGeom>
        </p:spPr>
      </p:pic>
      <p:pic>
        <p:nvPicPr>
          <p:cNvPr id="8" name="Graphic 7">
            <a:extLst>
              <a:ext uri="{FF2B5EF4-FFF2-40B4-BE49-F238E27FC236}">
                <a16:creationId xmlns:a16="http://schemas.microsoft.com/office/drawing/2014/main" id="{9D053CA0-7A9F-FC49-AD3F-F3280344D76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0" name="Graphic 9">
            <a:extLst>
              <a:ext uri="{FF2B5EF4-FFF2-40B4-BE49-F238E27FC236}">
                <a16:creationId xmlns:a16="http://schemas.microsoft.com/office/drawing/2014/main" id="{767F6939-7B7E-F49F-8219-DC8CDAC85D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01354" y="9452"/>
            <a:ext cx="2286000" cy="2286000"/>
          </a:xfrm>
          <a:prstGeom prst="rect">
            <a:avLst/>
          </a:prstGeom>
        </p:spPr>
      </p:pic>
      <p:pic>
        <p:nvPicPr>
          <p:cNvPr id="11" name="Graphic 10">
            <a:extLst>
              <a:ext uri="{FF2B5EF4-FFF2-40B4-BE49-F238E27FC236}">
                <a16:creationId xmlns:a16="http://schemas.microsoft.com/office/drawing/2014/main" id="{FACCA700-291A-CD50-0CF3-749300C8D7A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2" name="Graphic 11">
            <a:extLst>
              <a:ext uri="{FF2B5EF4-FFF2-40B4-BE49-F238E27FC236}">
                <a16:creationId xmlns:a16="http://schemas.microsoft.com/office/drawing/2014/main" id="{0EFADD4D-8EF2-3DF8-F5F4-9459752D546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3" name="Graphic 12">
            <a:extLst>
              <a:ext uri="{FF2B5EF4-FFF2-40B4-BE49-F238E27FC236}">
                <a16:creationId xmlns:a16="http://schemas.microsoft.com/office/drawing/2014/main" id="{B5B36F67-81DA-36AC-5D17-0172FF5A70C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841248" y="1527048"/>
            <a:ext cx="10479024" cy="4498848"/>
          </a:xfrm>
        </p:spPr>
        <p:txBody>
          <a:bodyPr>
            <a:normAutofit/>
          </a:bodyPr>
          <a:lstStyle>
            <a:lvl1pPr marL="0" indent="0">
              <a:lnSpc>
                <a:spcPct val="90000"/>
              </a:lnSpc>
              <a:spcBef>
                <a:spcPts val="1000"/>
              </a:spcBef>
              <a:spcAft>
                <a:spcPts val="1800"/>
              </a:spcAft>
              <a:buSzPct val="100000"/>
              <a:buNone/>
              <a:defRPr sz="2000"/>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3163463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with image 03">
    <p:bg>
      <p:bgPr>
        <a:solidFill>
          <a:schemeClr val="accent6">
            <a:lumMod val="50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E35C9AB-B94F-CACD-3F8A-C5FE3B695994}"/>
              </a:ext>
            </a:extLst>
          </p:cNvPr>
          <p:cNvSpPr>
            <a:spLocks noGrp="1"/>
          </p:cNvSpPr>
          <p:nvPr>
            <p:ph type="pic" sz="quarter" idx="11"/>
          </p:nvPr>
        </p:nvSpPr>
        <p:spPr>
          <a:xfrm>
            <a:off x="6092952" y="0"/>
            <a:ext cx="6099048" cy="6876288"/>
          </a:xfrm>
          <a:solidFill>
            <a:schemeClr val="accent6">
              <a:lumMod val="75000"/>
            </a:schemeClr>
          </a:solidFill>
        </p:spPr>
        <p:txBody>
          <a:bodyPr/>
          <a:lstStyle>
            <a:lvl1pPr marL="0" indent="0" algn="l">
              <a:buNone/>
              <a:defRPr>
                <a:solidFill>
                  <a:schemeClr val="bg1"/>
                </a:solidFill>
              </a:defRPr>
            </a:lvl1pPr>
          </a:lstStyle>
          <a:p>
            <a:endParaRPr lang="en-US" dirty="0"/>
          </a:p>
        </p:txBody>
      </p:sp>
      <p:sp>
        <p:nvSpPr>
          <p:cNvPr id="124" name="Title 123">
            <a:extLst>
              <a:ext uri="{FF2B5EF4-FFF2-40B4-BE49-F238E27FC236}">
                <a16:creationId xmlns:a16="http://schemas.microsoft.com/office/drawing/2014/main" id="{5EF8E4BF-2FB4-FFDD-E565-805C476240FE}"/>
              </a:ext>
            </a:extLst>
          </p:cNvPr>
          <p:cNvSpPr>
            <a:spLocks noGrp="1"/>
          </p:cNvSpPr>
          <p:nvPr>
            <p:ph type="title"/>
          </p:nvPr>
        </p:nvSpPr>
        <p:spPr>
          <a:xfrm>
            <a:off x="841244" y="832104"/>
            <a:ext cx="6099048" cy="5219236"/>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23" name="Text Placeholder 122">
            <a:extLst>
              <a:ext uri="{FF2B5EF4-FFF2-40B4-BE49-F238E27FC236}">
                <a16:creationId xmlns:a16="http://schemas.microsoft.com/office/drawing/2014/main" id="{25C59923-6546-AB3B-534C-22113CD9D671}"/>
              </a:ext>
            </a:extLst>
          </p:cNvPr>
          <p:cNvSpPr>
            <a:spLocks noGrp="1"/>
          </p:cNvSpPr>
          <p:nvPr>
            <p:ph type="body" sz="quarter" idx="15"/>
          </p:nvPr>
        </p:nvSpPr>
        <p:spPr>
          <a:xfrm>
            <a:off x="8401353" y="-1"/>
            <a:ext cx="3790650" cy="1155691"/>
          </a:xfrm>
          <a:custGeom>
            <a:avLst/>
            <a:gdLst>
              <a:gd name="connsiteX0" fmla="*/ 2293575 w 3790650"/>
              <a:gd name="connsiteY0" fmla="*/ 0 h 1155691"/>
              <a:gd name="connsiteX1" fmla="*/ 3790650 w 3790650"/>
              <a:gd name="connsiteY1" fmla="*/ 0 h 1155691"/>
              <a:gd name="connsiteX2" fmla="*/ 3790650 w 3790650"/>
              <a:gd name="connsiteY2" fmla="*/ 1098632 h 1155691"/>
              <a:gd name="connsiteX3" fmla="*/ 3775153 w 3790650"/>
              <a:gd name="connsiteY3" fmla="*/ 1104304 h 1155691"/>
              <a:gd name="connsiteX4" fmla="*/ 3435268 w 3790650"/>
              <a:gd name="connsiteY4" fmla="*/ 1155691 h 1155691"/>
              <a:gd name="connsiteX5" fmla="*/ 2292295 w 3790650"/>
              <a:gd name="connsiteY5" fmla="*/ 12701 h 1155691"/>
              <a:gd name="connsiteX6" fmla="*/ 1280 w 3790650"/>
              <a:gd name="connsiteY6" fmla="*/ 0 h 1155691"/>
              <a:gd name="connsiteX7" fmla="*/ 2284665 w 3790650"/>
              <a:gd name="connsiteY7" fmla="*/ 0 h 1155691"/>
              <a:gd name="connsiteX8" fmla="*/ 2285945 w 3790650"/>
              <a:gd name="connsiteY8" fmla="*/ 12701 h 1155691"/>
              <a:gd name="connsiteX9" fmla="*/ 1142973 w 3790650"/>
              <a:gd name="connsiteY9" fmla="*/ 1155691 h 1155691"/>
              <a:gd name="connsiteX10" fmla="*/ 0 w 3790650"/>
              <a:gd name="connsiteY10" fmla="*/ 12701 h 1155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90650" h="1155691">
                <a:moveTo>
                  <a:pt x="2293575" y="0"/>
                </a:moveTo>
                <a:lnTo>
                  <a:pt x="3790650" y="0"/>
                </a:lnTo>
                <a:lnTo>
                  <a:pt x="3790650" y="1098632"/>
                </a:lnTo>
                <a:lnTo>
                  <a:pt x="3775153" y="1104304"/>
                </a:lnTo>
                <a:cubicBezTo>
                  <a:pt x="3667783" y="1137700"/>
                  <a:pt x="3553627" y="1155691"/>
                  <a:pt x="3435268" y="1155691"/>
                </a:cubicBezTo>
                <a:cubicBezTo>
                  <a:pt x="2804021" y="1155691"/>
                  <a:pt x="2292295" y="643957"/>
                  <a:pt x="2292295" y="12701"/>
                </a:cubicBezTo>
                <a:close/>
                <a:moveTo>
                  <a:pt x="1280" y="0"/>
                </a:moveTo>
                <a:lnTo>
                  <a:pt x="2284665" y="0"/>
                </a:lnTo>
                <a:lnTo>
                  <a:pt x="2285945" y="12701"/>
                </a:lnTo>
                <a:cubicBezTo>
                  <a:pt x="2285945" y="643957"/>
                  <a:pt x="1774219" y="1155691"/>
                  <a:pt x="1142973" y="1155691"/>
                </a:cubicBezTo>
                <a:cubicBezTo>
                  <a:pt x="511726" y="1155691"/>
                  <a:pt x="0" y="643957"/>
                  <a:pt x="0" y="12701"/>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48" name="Text Placeholder 47">
            <a:extLst>
              <a:ext uri="{FF2B5EF4-FFF2-40B4-BE49-F238E27FC236}">
                <a16:creationId xmlns:a16="http://schemas.microsoft.com/office/drawing/2014/main" id="{880C9A0C-95B8-C535-9B78-63FDB782BE10}"/>
              </a:ext>
            </a:extLst>
          </p:cNvPr>
          <p:cNvSpPr>
            <a:spLocks noGrp="1"/>
          </p:cNvSpPr>
          <p:nvPr>
            <p:ph type="body" sz="quarter" idx="12"/>
          </p:nvPr>
        </p:nvSpPr>
        <p:spPr>
          <a:xfrm>
            <a:off x="-3" y="5727700"/>
            <a:ext cx="12192003" cy="1130300"/>
          </a:xfrm>
          <a:custGeom>
            <a:avLst/>
            <a:gdLst>
              <a:gd name="connsiteX0" fmla="*/ 11823828 w 12192003"/>
              <a:gd name="connsiteY0" fmla="*/ 0 h 1130300"/>
              <a:gd name="connsiteX1" fmla="*/ 12163721 w 12192003"/>
              <a:gd name="connsiteY1" fmla="*/ 51387 h 1130300"/>
              <a:gd name="connsiteX2" fmla="*/ 12192003 w 12192003"/>
              <a:gd name="connsiteY2" fmla="*/ 61738 h 1130300"/>
              <a:gd name="connsiteX3" fmla="*/ 12192003 w 12192003"/>
              <a:gd name="connsiteY3" fmla="*/ 1130300 h 1130300"/>
              <a:gd name="connsiteX4" fmla="*/ 10681469 w 12192003"/>
              <a:gd name="connsiteY4" fmla="*/ 1130300 h 1130300"/>
              <a:gd name="connsiteX5" fmla="*/ 10686729 w 12192003"/>
              <a:gd name="connsiteY5" fmla="*/ 1026126 h 1130300"/>
              <a:gd name="connsiteX6" fmla="*/ 11823828 w 12192003"/>
              <a:gd name="connsiteY6" fmla="*/ 0 h 1130300"/>
              <a:gd name="connsiteX7" fmla="*/ 9531478 w 12192003"/>
              <a:gd name="connsiteY7" fmla="*/ 0 h 1130300"/>
              <a:gd name="connsiteX8" fmla="*/ 10668577 w 12192003"/>
              <a:gd name="connsiteY8" fmla="*/ 1026126 h 1130300"/>
              <a:gd name="connsiteX9" fmla="*/ 10673837 w 12192003"/>
              <a:gd name="connsiteY9" fmla="*/ 1130300 h 1130300"/>
              <a:gd name="connsiteX10" fmla="*/ 8389119 w 12192003"/>
              <a:gd name="connsiteY10" fmla="*/ 1130300 h 1130300"/>
              <a:gd name="connsiteX11" fmla="*/ 8394379 w 12192003"/>
              <a:gd name="connsiteY11" fmla="*/ 1026126 h 1130300"/>
              <a:gd name="connsiteX12" fmla="*/ 9531478 w 12192003"/>
              <a:gd name="connsiteY12" fmla="*/ 0 h 1130300"/>
              <a:gd name="connsiteX13" fmla="*/ 7239129 w 12192003"/>
              <a:gd name="connsiteY13" fmla="*/ 0 h 1130300"/>
              <a:gd name="connsiteX14" fmla="*/ 8376227 w 12192003"/>
              <a:gd name="connsiteY14" fmla="*/ 1026126 h 1130300"/>
              <a:gd name="connsiteX15" fmla="*/ 8381487 w 12192003"/>
              <a:gd name="connsiteY15" fmla="*/ 1130300 h 1130300"/>
              <a:gd name="connsiteX16" fmla="*/ 6096769 w 12192003"/>
              <a:gd name="connsiteY16" fmla="*/ 1130300 h 1130300"/>
              <a:gd name="connsiteX17" fmla="*/ 6102029 w 12192003"/>
              <a:gd name="connsiteY17" fmla="*/ 1026126 h 1130300"/>
              <a:gd name="connsiteX18" fmla="*/ 7239129 w 12192003"/>
              <a:gd name="connsiteY18" fmla="*/ 0 h 1130300"/>
              <a:gd name="connsiteX19" fmla="*/ 4946780 w 12192003"/>
              <a:gd name="connsiteY19" fmla="*/ 0 h 1130300"/>
              <a:gd name="connsiteX20" fmla="*/ 6083878 w 12192003"/>
              <a:gd name="connsiteY20" fmla="*/ 1026126 h 1130300"/>
              <a:gd name="connsiteX21" fmla="*/ 6089139 w 12192003"/>
              <a:gd name="connsiteY21" fmla="*/ 1130300 h 1130300"/>
              <a:gd name="connsiteX22" fmla="*/ 3804423 w 12192003"/>
              <a:gd name="connsiteY22" fmla="*/ 1130300 h 1130300"/>
              <a:gd name="connsiteX23" fmla="*/ 3809684 w 12192003"/>
              <a:gd name="connsiteY23" fmla="*/ 1026126 h 1130300"/>
              <a:gd name="connsiteX24" fmla="*/ 4946780 w 12192003"/>
              <a:gd name="connsiteY24" fmla="*/ 0 h 1130300"/>
              <a:gd name="connsiteX25" fmla="*/ 2654431 w 12192003"/>
              <a:gd name="connsiteY25" fmla="*/ 0 h 1130300"/>
              <a:gd name="connsiteX26" fmla="*/ 3791530 w 12192003"/>
              <a:gd name="connsiteY26" fmla="*/ 1026126 h 1130300"/>
              <a:gd name="connsiteX27" fmla="*/ 3796791 w 12192003"/>
              <a:gd name="connsiteY27" fmla="*/ 1130300 h 1130300"/>
              <a:gd name="connsiteX28" fmla="*/ 1512072 w 12192003"/>
              <a:gd name="connsiteY28" fmla="*/ 1130300 h 1130300"/>
              <a:gd name="connsiteX29" fmla="*/ 1517332 w 12192003"/>
              <a:gd name="connsiteY29" fmla="*/ 1026126 h 1130300"/>
              <a:gd name="connsiteX30" fmla="*/ 2654431 w 12192003"/>
              <a:gd name="connsiteY30" fmla="*/ 0 h 1130300"/>
              <a:gd name="connsiteX31" fmla="*/ 362080 w 12192003"/>
              <a:gd name="connsiteY31" fmla="*/ 0 h 1130300"/>
              <a:gd name="connsiteX32" fmla="*/ 1499179 w 12192003"/>
              <a:gd name="connsiteY32" fmla="*/ 1026126 h 1130300"/>
              <a:gd name="connsiteX33" fmla="*/ 1504439 w 12192003"/>
              <a:gd name="connsiteY33" fmla="*/ 1130300 h 1130300"/>
              <a:gd name="connsiteX34" fmla="*/ 0 w 12192003"/>
              <a:gd name="connsiteY34" fmla="*/ 1130300 h 1130300"/>
              <a:gd name="connsiteX35" fmla="*/ 0 w 12192003"/>
              <a:gd name="connsiteY35" fmla="*/ 59507 h 1130300"/>
              <a:gd name="connsiteX36" fmla="*/ 22187 w 12192003"/>
              <a:gd name="connsiteY36" fmla="*/ 51387 h 1130300"/>
              <a:gd name="connsiteX37" fmla="*/ 362080 w 12192003"/>
              <a:gd name="connsiteY37" fmla="*/ 0 h 113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92003" h="1130300">
                <a:moveTo>
                  <a:pt x="11823828" y="0"/>
                </a:moveTo>
                <a:cubicBezTo>
                  <a:pt x="11942189" y="0"/>
                  <a:pt x="12056349" y="17991"/>
                  <a:pt x="12163721" y="51387"/>
                </a:cubicBezTo>
                <a:lnTo>
                  <a:pt x="12192003" y="61738"/>
                </a:lnTo>
                <a:lnTo>
                  <a:pt x="12192003" y="1130300"/>
                </a:lnTo>
                <a:lnTo>
                  <a:pt x="10681469" y="1130300"/>
                </a:lnTo>
                <a:lnTo>
                  <a:pt x="10686729" y="1026126"/>
                </a:lnTo>
                <a:cubicBezTo>
                  <a:pt x="10745262" y="449767"/>
                  <a:pt x="11232021" y="0"/>
                  <a:pt x="11823828" y="0"/>
                </a:cubicBezTo>
                <a:close/>
                <a:moveTo>
                  <a:pt x="9531478" y="0"/>
                </a:moveTo>
                <a:cubicBezTo>
                  <a:pt x="10123285" y="0"/>
                  <a:pt x="10610044" y="449767"/>
                  <a:pt x="10668577" y="1026126"/>
                </a:cubicBezTo>
                <a:lnTo>
                  <a:pt x="10673837" y="1130300"/>
                </a:lnTo>
                <a:lnTo>
                  <a:pt x="8389119" y="1130300"/>
                </a:lnTo>
                <a:lnTo>
                  <a:pt x="8394379" y="1026126"/>
                </a:lnTo>
                <a:cubicBezTo>
                  <a:pt x="8452912" y="449767"/>
                  <a:pt x="8939671" y="0"/>
                  <a:pt x="9531478" y="0"/>
                </a:cubicBezTo>
                <a:close/>
                <a:moveTo>
                  <a:pt x="7239129" y="0"/>
                </a:moveTo>
                <a:cubicBezTo>
                  <a:pt x="7830936" y="0"/>
                  <a:pt x="8317694" y="449767"/>
                  <a:pt x="8376227" y="1026126"/>
                </a:cubicBezTo>
                <a:lnTo>
                  <a:pt x="8381487" y="1130300"/>
                </a:lnTo>
                <a:lnTo>
                  <a:pt x="6096769" y="1130300"/>
                </a:lnTo>
                <a:lnTo>
                  <a:pt x="6102029" y="1026126"/>
                </a:lnTo>
                <a:cubicBezTo>
                  <a:pt x="6160563" y="449767"/>
                  <a:pt x="6647322" y="0"/>
                  <a:pt x="7239129" y="0"/>
                </a:cubicBezTo>
                <a:close/>
                <a:moveTo>
                  <a:pt x="4946780" y="0"/>
                </a:moveTo>
                <a:cubicBezTo>
                  <a:pt x="5538587" y="0"/>
                  <a:pt x="6025345" y="449767"/>
                  <a:pt x="6083878" y="1026126"/>
                </a:cubicBezTo>
                <a:lnTo>
                  <a:pt x="6089139" y="1130300"/>
                </a:lnTo>
                <a:lnTo>
                  <a:pt x="3804423" y="1130300"/>
                </a:lnTo>
                <a:lnTo>
                  <a:pt x="3809684" y="1026126"/>
                </a:lnTo>
                <a:cubicBezTo>
                  <a:pt x="3868216" y="449767"/>
                  <a:pt x="4354972" y="0"/>
                  <a:pt x="4946780" y="0"/>
                </a:cubicBezTo>
                <a:close/>
                <a:moveTo>
                  <a:pt x="2654431" y="0"/>
                </a:moveTo>
                <a:cubicBezTo>
                  <a:pt x="3246238" y="0"/>
                  <a:pt x="3732997" y="449767"/>
                  <a:pt x="3791530" y="1026126"/>
                </a:cubicBezTo>
                <a:lnTo>
                  <a:pt x="3796791" y="1130300"/>
                </a:lnTo>
                <a:lnTo>
                  <a:pt x="1512072" y="1130300"/>
                </a:lnTo>
                <a:lnTo>
                  <a:pt x="1517332" y="1026126"/>
                </a:lnTo>
                <a:cubicBezTo>
                  <a:pt x="1575865" y="449767"/>
                  <a:pt x="2062624" y="0"/>
                  <a:pt x="2654431" y="0"/>
                </a:cubicBezTo>
                <a:close/>
                <a:moveTo>
                  <a:pt x="362080" y="0"/>
                </a:moveTo>
                <a:cubicBezTo>
                  <a:pt x="953887" y="0"/>
                  <a:pt x="1440646" y="449767"/>
                  <a:pt x="1499179" y="1026126"/>
                </a:cubicBezTo>
                <a:lnTo>
                  <a:pt x="1504439" y="1130300"/>
                </a:lnTo>
                <a:lnTo>
                  <a:pt x="0" y="1130300"/>
                </a:lnTo>
                <a:lnTo>
                  <a:pt x="0" y="59507"/>
                </a:lnTo>
                <a:lnTo>
                  <a:pt x="22187" y="51387"/>
                </a:lnTo>
                <a:cubicBezTo>
                  <a:pt x="129559" y="17991"/>
                  <a:pt x="243719" y="0"/>
                  <a:pt x="362080" y="0"/>
                </a:cubicBezTo>
                <a:close/>
              </a:path>
            </a:pathLst>
          </a:custGeom>
          <a:solidFill>
            <a:schemeClr val="accent6">
              <a:lumMod val="75000"/>
              <a:alpha val="25000"/>
            </a:schemeClr>
          </a:solidFill>
        </p:spPr>
        <p:txBody>
          <a:bodyPr wrap="square">
            <a:noAutofit/>
          </a:bodyPr>
          <a:lstStyle>
            <a:lvl1pPr>
              <a:defRPr>
                <a:noFill/>
              </a:defRPr>
            </a:lvl1pPr>
          </a:lstStyle>
          <a:p>
            <a:pPr lvl="0"/>
            <a:endParaRPr lang="en-US" dirty="0"/>
          </a:p>
        </p:txBody>
      </p:sp>
      <p:sp>
        <p:nvSpPr>
          <p:cNvPr id="62" name="Text Placeholder 61">
            <a:extLst>
              <a:ext uri="{FF2B5EF4-FFF2-40B4-BE49-F238E27FC236}">
                <a16:creationId xmlns:a16="http://schemas.microsoft.com/office/drawing/2014/main" id="{70972619-C968-1257-58C9-0DC661642915}"/>
              </a:ext>
            </a:extLst>
          </p:cNvPr>
          <p:cNvSpPr>
            <a:spLocks noGrp="1"/>
          </p:cNvSpPr>
          <p:nvPr>
            <p:ph type="body" sz="quarter" idx="13"/>
          </p:nvPr>
        </p:nvSpPr>
        <p:spPr>
          <a:xfrm>
            <a:off x="0" y="5724189"/>
            <a:ext cx="1503729" cy="1133811"/>
          </a:xfrm>
          <a:custGeom>
            <a:avLst/>
            <a:gdLst>
              <a:gd name="connsiteX0" fmla="*/ 367995 w 1503729"/>
              <a:gd name="connsiteY0" fmla="*/ 19 h 1133811"/>
              <a:gd name="connsiteX1" fmla="*/ 1481576 w 1503729"/>
              <a:gd name="connsiteY1" fmla="*/ 913359 h 1133811"/>
              <a:gd name="connsiteX2" fmla="*/ 1503729 w 1503729"/>
              <a:gd name="connsiteY2" fmla="*/ 1133811 h 1133811"/>
              <a:gd name="connsiteX3" fmla="*/ 1371482 w 1503729"/>
              <a:gd name="connsiteY3" fmla="*/ 1133811 h 1133811"/>
              <a:gd name="connsiteX4" fmla="*/ 1275407 w 1503729"/>
              <a:gd name="connsiteY4" fmla="*/ 1118667 h 1133811"/>
              <a:gd name="connsiteX5" fmla="*/ 367995 w 1503729"/>
              <a:gd name="connsiteY5" fmla="*/ 19 h 1133811"/>
              <a:gd name="connsiteX6" fmla="*/ 367996 w 1503729"/>
              <a:gd name="connsiteY6" fmla="*/ 0 h 1133811"/>
              <a:gd name="connsiteX7" fmla="*/ 33218 w 1503729"/>
              <a:gd name="connsiteY7" fmla="*/ 808204 h 1133811"/>
              <a:gd name="connsiteX8" fmla="*/ 0 w 1503729"/>
              <a:gd name="connsiteY8" fmla="*/ 838393 h 1133811"/>
              <a:gd name="connsiteX9" fmla="*/ 0 w 1503729"/>
              <a:gd name="connsiteY9" fmla="*/ 61671 h 1133811"/>
              <a:gd name="connsiteX10" fmla="*/ 28102 w 1503729"/>
              <a:gd name="connsiteY10" fmla="*/ 51386 h 1133811"/>
              <a:gd name="connsiteX11" fmla="*/ 367996 w 1503729"/>
              <a:gd name="connsiteY11" fmla="*/ 0 h 113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3729" h="1133811">
                <a:moveTo>
                  <a:pt x="367995" y="19"/>
                </a:moveTo>
                <a:cubicBezTo>
                  <a:pt x="917788" y="3008"/>
                  <a:pt x="1375686" y="394157"/>
                  <a:pt x="1481576" y="913359"/>
                </a:cubicBezTo>
                <a:lnTo>
                  <a:pt x="1503729" y="1133811"/>
                </a:lnTo>
                <a:lnTo>
                  <a:pt x="1371482" y="1133811"/>
                </a:lnTo>
                <a:lnTo>
                  <a:pt x="1275407" y="1118667"/>
                </a:lnTo>
                <a:cubicBezTo>
                  <a:pt x="757177" y="1010082"/>
                  <a:pt x="368000" y="550498"/>
                  <a:pt x="367995" y="19"/>
                </a:cubicBezTo>
                <a:close/>
                <a:moveTo>
                  <a:pt x="367996" y="0"/>
                </a:moveTo>
                <a:cubicBezTo>
                  <a:pt x="367996" y="315623"/>
                  <a:pt x="240061" y="601366"/>
                  <a:pt x="33218" y="808204"/>
                </a:cubicBezTo>
                <a:lnTo>
                  <a:pt x="0" y="838393"/>
                </a:lnTo>
                <a:lnTo>
                  <a:pt x="0" y="61671"/>
                </a:lnTo>
                <a:lnTo>
                  <a:pt x="28102" y="51386"/>
                </a:lnTo>
                <a:cubicBezTo>
                  <a:pt x="135475" y="17991"/>
                  <a:pt x="249634" y="0"/>
                  <a:pt x="367996"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sp>
        <p:nvSpPr>
          <p:cNvPr id="93" name="Text Placeholder 92">
            <a:extLst>
              <a:ext uri="{FF2B5EF4-FFF2-40B4-BE49-F238E27FC236}">
                <a16:creationId xmlns:a16="http://schemas.microsoft.com/office/drawing/2014/main" id="{0A4A3873-48BC-94DF-6006-FC7F81660A5D}"/>
              </a:ext>
            </a:extLst>
          </p:cNvPr>
          <p:cNvSpPr>
            <a:spLocks noGrp="1"/>
          </p:cNvSpPr>
          <p:nvPr>
            <p:ph type="body" sz="quarter" idx="14"/>
          </p:nvPr>
        </p:nvSpPr>
        <p:spPr>
          <a:xfrm>
            <a:off x="8401353" y="0"/>
            <a:ext cx="3790647" cy="1143002"/>
          </a:xfrm>
          <a:custGeom>
            <a:avLst/>
            <a:gdLst>
              <a:gd name="connsiteX0" fmla="*/ 3790647 w 3790647"/>
              <a:gd name="connsiteY0" fmla="*/ 304585 h 1143002"/>
              <a:gd name="connsiteX1" fmla="*/ 3790647 w 3790647"/>
              <a:gd name="connsiteY1" fmla="*/ 1081329 h 1143002"/>
              <a:gd name="connsiteX2" fmla="*/ 3762543 w 3790647"/>
              <a:gd name="connsiteY2" fmla="*/ 1091615 h 1143002"/>
              <a:gd name="connsiteX3" fmla="*/ 3422649 w 3790647"/>
              <a:gd name="connsiteY3" fmla="*/ 1143002 h 1143002"/>
              <a:gd name="connsiteX4" fmla="*/ 3757427 w 3790647"/>
              <a:gd name="connsiteY4" fmla="*/ 334777 h 1143002"/>
              <a:gd name="connsiteX5" fmla="*/ 2285997 w 3790647"/>
              <a:gd name="connsiteY5" fmla="*/ 17 h 1143002"/>
              <a:gd name="connsiteX6" fmla="*/ 3422650 w 3790647"/>
              <a:gd name="connsiteY6" fmla="*/ 1142983 h 1143002"/>
              <a:gd name="connsiteX7" fmla="*/ 2285997 w 3790647"/>
              <a:gd name="connsiteY7" fmla="*/ 17 h 1143002"/>
              <a:gd name="connsiteX8" fmla="*/ 0 w 3790647"/>
              <a:gd name="connsiteY8" fmla="*/ 17 h 1143002"/>
              <a:gd name="connsiteX9" fmla="*/ 1136650 w 3790647"/>
              <a:gd name="connsiteY9" fmla="*/ 1142983 h 1143002"/>
              <a:gd name="connsiteX10" fmla="*/ 0 w 3790647"/>
              <a:gd name="connsiteY10" fmla="*/ 17 h 1143002"/>
              <a:gd name="connsiteX11" fmla="*/ 2279650 w 3790647"/>
              <a:gd name="connsiteY11" fmla="*/ 0 h 1143002"/>
              <a:gd name="connsiteX12" fmla="*/ 1136650 w 3790647"/>
              <a:gd name="connsiteY12" fmla="*/ 1143002 h 1143002"/>
              <a:gd name="connsiteX13" fmla="*/ 2279650 w 3790647"/>
              <a:gd name="connsiteY13" fmla="*/ 0 h 114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90647" h="1143002">
                <a:moveTo>
                  <a:pt x="3790647" y="304585"/>
                </a:moveTo>
                <a:lnTo>
                  <a:pt x="3790647" y="1081329"/>
                </a:lnTo>
                <a:lnTo>
                  <a:pt x="3762543" y="1091615"/>
                </a:lnTo>
                <a:cubicBezTo>
                  <a:pt x="3655170" y="1125011"/>
                  <a:pt x="3541011" y="1143002"/>
                  <a:pt x="3422649" y="1143002"/>
                </a:cubicBezTo>
                <a:cubicBezTo>
                  <a:pt x="3422649" y="827371"/>
                  <a:pt x="3550584" y="541620"/>
                  <a:pt x="3757427" y="334777"/>
                </a:cubicBezTo>
                <a:close/>
                <a:moveTo>
                  <a:pt x="2285997" y="17"/>
                </a:moveTo>
                <a:cubicBezTo>
                  <a:pt x="2914332" y="3435"/>
                  <a:pt x="3422644" y="513848"/>
                  <a:pt x="3422650" y="1142983"/>
                </a:cubicBezTo>
                <a:cubicBezTo>
                  <a:pt x="2794315" y="1139567"/>
                  <a:pt x="2286006" y="629153"/>
                  <a:pt x="2285997" y="17"/>
                </a:cubicBezTo>
                <a:close/>
                <a:moveTo>
                  <a:pt x="0" y="17"/>
                </a:moveTo>
                <a:cubicBezTo>
                  <a:pt x="628334" y="3435"/>
                  <a:pt x="1136644" y="513848"/>
                  <a:pt x="1136650" y="1142983"/>
                </a:cubicBezTo>
                <a:cubicBezTo>
                  <a:pt x="508316" y="1139567"/>
                  <a:pt x="9" y="629153"/>
                  <a:pt x="0" y="17"/>
                </a:cubicBezTo>
                <a:close/>
                <a:moveTo>
                  <a:pt x="2279650" y="0"/>
                </a:moveTo>
                <a:cubicBezTo>
                  <a:pt x="2279650" y="631263"/>
                  <a:pt x="1767910" y="1143002"/>
                  <a:pt x="1136650" y="1143002"/>
                </a:cubicBezTo>
                <a:cubicBezTo>
                  <a:pt x="1136650" y="511739"/>
                  <a:pt x="1648390" y="0"/>
                  <a:pt x="2279650" y="0"/>
                </a:cubicBezTo>
                <a:close/>
              </a:path>
            </a:pathLst>
          </a:custGeom>
          <a:solidFill>
            <a:schemeClr val="accent6">
              <a:lumMod val="60000"/>
              <a:lumOff val="40000"/>
              <a:alpha val="20000"/>
            </a:schemeClr>
          </a:solidFill>
          <a:ln w="4154" cap="flat">
            <a:noFill/>
            <a:prstDash val="solid"/>
            <a:miter/>
          </a:ln>
        </p:spPr>
        <p:txBody>
          <a:bodyPr wrap="square">
            <a:noAutofit/>
          </a:bodyPr>
          <a:lstStyle>
            <a:lvl1pPr>
              <a:defRPr>
                <a:noFill/>
              </a:defRPr>
            </a:lvl1pPr>
          </a:lstStyle>
          <a:p>
            <a:pPr lvl="0"/>
            <a:endParaRPr lang="en-US" dirty="0"/>
          </a:p>
        </p:txBody>
      </p:sp>
      <p:pic>
        <p:nvPicPr>
          <p:cNvPr id="120" name="Graphic 119">
            <a:extLst>
              <a:ext uri="{FF2B5EF4-FFF2-40B4-BE49-F238E27FC236}">
                <a16:creationId xmlns:a16="http://schemas.microsoft.com/office/drawing/2014/main" id="{9C01A786-0C1A-6C4A-1466-1AE233D142AE}"/>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68908" b="83148"/>
          <a:stretch/>
        </p:blipFill>
        <p:spPr>
          <a:xfrm>
            <a:off x="8401354" y="12700"/>
            <a:ext cx="3790646" cy="1155700"/>
          </a:xfrm>
          <a:prstGeom prst="rect">
            <a:avLst/>
          </a:prstGeom>
        </p:spPr>
      </p:pic>
    </p:spTree>
    <p:extLst>
      <p:ext uri="{BB962C8B-B14F-4D97-AF65-F5344CB8AC3E}">
        <p14:creationId xmlns:p14="http://schemas.microsoft.com/office/powerpoint/2010/main" val="374097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0059F316-9319-477C-3BD8-C3B19F248AF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7659"/>
          <a:stretch/>
        </p:blipFill>
        <p:spPr>
          <a:xfrm>
            <a:off x="10687350" y="12700"/>
            <a:ext cx="1504649" cy="6858000"/>
          </a:xfrm>
          <a:prstGeom prst="rect">
            <a:avLst/>
          </a:prstGeom>
        </p:spPr>
      </p:pic>
      <p:pic>
        <p:nvPicPr>
          <p:cNvPr id="12" name="Graphic 11">
            <a:extLst>
              <a:ext uri="{FF2B5EF4-FFF2-40B4-BE49-F238E27FC236}">
                <a16:creationId xmlns:a16="http://schemas.microsoft.com/office/drawing/2014/main" id="{AEF98D51-D262-470D-2214-A8A0EDB73625}"/>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4584700"/>
            <a:ext cx="1504649" cy="2286000"/>
          </a:xfrm>
          <a:prstGeom prst="rect">
            <a:avLst/>
          </a:prstGeom>
        </p:spPr>
      </p:pic>
      <p:pic>
        <p:nvPicPr>
          <p:cNvPr id="13" name="Graphic 12">
            <a:extLst>
              <a:ext uri="{FF2B5EF4-FFF2-40B4-BE49-F238E27FC236}">
                <a16:creationId xmlns:a16="http://schemas.microsoft.com/office/drawing/2014/main" id="{3480B83D-EEC7-5C2D-9338-841D0054570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2297076"/>
            <a:ext cx="1504649" cy="2286000"/>
          </a:xfrm>
          <a:prstGeom prst="rect">
            <a:avLst/>
          </a:prstGeom>
        </p:spPr>
      </p:pic>
      <p:pic>
        <p:nvPicPr>
          <p:cNvPr id="14" name="Graphic 13">
            <a:extLst>
              <a:ext uri="{FF2B5EF4-FFF2-40B4-BE49-F238E27FC236}">
                <a16:creationId xmlns:a16="http://schemas.microsoft.com/office/drawing/2014/main" id="{69BE97B1-E4D2-AA2A-1E85-0D598735135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a:stretch/>
        </p:blipFill>
        <p:spPr>
          <a:xfrm>
            <a:off x="10687351" y="9452"/>
            <a:ext cx="1504649" cy="2286000"/>
          </a:xfrm>
          <a:prstGeom prst="rect">
            <a:avLst/>
          </a:prstGeom>
        </p:spPr>
      </p:pic>
      <p:pic>
        <p:nvPicPr>
          <p:cNvPr id="15" name="Graphic 14">
            <a:extLst>
              <a:ext uri="{FF2B5EF4-FFF2-40B4-BE49-F238E27FC236}">
                <a16:creationId xmlns:a16="http://schemas.microsoft.com/office/drawing/2014/main" id="{F227120C-DBC1-2EDA-E58C-E1DAD7E550F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83283" r="50000"/>
          <a:stretch/>
        </p:blipFill>
        <p:spPr>
          <a:xfrm>
            <a:off x="0" y="5731979"/>
            <a:ext cx="6096000" cy="1146408"/>
          </a:xfrm>
          <a:prstGeom prst="rect">
            <a:avLst/>
          </a:prstGeom>
        </p:spPr>
      </p:pic>
      <p:pic>
        <p:nvPicPr>
          <p:cNvPr id="17" name="Graphic 16">
            <a:extLst>
              <a:ext uri="{FF2B5EF4-FFF2-40B4-BE49-F238E27FC236}">
                <a16:creationId xmlns:a16="http://schemas.microsoft.com/office/drawing/2014/main" id="{3FDA3437-5725-1727-4B8A-FCE595561932}"/>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18" name="Graphic 17">
            <a:extLst>
              <a:ext uri="{FF2B5EF4-FFF2-40B4-BE49-F238E27FC236}">
                <a16:creationId xmlns:a16="http://schemas.microsoft.com/office/drawing/2014/main" id="{35C8D2AF-CEDF-4131-723C-91569E90C29F}"/>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2" name="Title 1">
            <a:extLst>
              <a:ext uri="{FF2B5EF4-FFF2-40B4-BE49-F238E27FC236}">
                <a16:creationId xmlns:a16="http://schemas.microsoft.com/office/drawing/2014/main" id="{C07285C8-D51D-91BB-C356-908E67607044}"/>
              </a:ext>
            </a:extLst>
          </p:cNvPr>
          <p:cNvSpPr>
            <a:spLocks noGrp="1"/>
          </p:cNvSpPr>
          <p:nvPr>
            <p:ph type="title"/>
          </p:nvPr>
        </p:nvSpPr>
        <p:spPr>
          <a:xfrm>
            <a:off x="841248" y="841248"/>
            <a:ext cx="10479024" cy="557784"/>
          </a:xfrm>
        </p:spPr>
        <p:txBody>
          <a:bodyPr anchor="t"/>
          <a:lstStyle>
            <a:lvl1pPr>
              <a:defRPr sz="2000" cap="all" spc="300" baseline="0"/>
            </a:lvl1pPr>
          </a:lstStyle>
          <a:p>
            <a:r>
              <a:rPr lang="en-US" dirty="0"/>
              <a:t>Click to edit Master title style</a:t>
            </a:r>
          </a:p>
        </p:txBody>
      </p:sp>
      <p:sp>
        <p:nvSpPr>
          <p:cNvPr id="16" name="Content Placeholder 12">
            <a:extLst>
              <a:ext uri="{FF2B5EF4-FFF2-40B4-BE49-F238E27FC236}">
                <a16:creationId xmlns:a16="http://schemas.microsoft.com/office/drawing/2014/main" id="{854FEE13-908D-1E41-D8D6-51FE4B1E0A0C}"/>
              </a:ext>
            </a:extLst>
          </p:cNvPr>
          <p:cNvSpPr>
            <a:spLocks noGrp="1"/>
          </p:cNvSpPr>
          <p:nvPr>
            <p:ph sz="quarter" idx="13"/>
          </p:nvPr>
        </p:nvSpPr>
        <p:spPr>
          <a:xfrm>
            <a:off x="841248" y="1536827"/>
            <a:ext cx="2862072" cy="4479925"/>
          </a:xfrm>
        </p:spPr>
        <p:txBody>
          <a:bodyPr>
            <a:normAutofit/>
          </a:bodyPr>
          <a:lstStyle>
            <a:lvl1pPr marL="0" indent="0">
              <a:lnSpc>
                <a:spcPct val="90000"/>
              </a:lnSpc>
              <a:spcAft>
                <a:spcPts val="1800"/>
              </a:spcAft>
              <a:buSzPct val="100000"/>
              <a:buNone/>
              <a:defRPr sz="2000" b="1"/>
            </a:lvl1pPr>
            <a:lvl2pPr>
              <a:buSzPct val="100000"/>
              <a:defRPr sz="2000"/>
            </a:lvl2pPr>
            <a:lvl3pPr>
              <a:buSzPct val="100000"/>
              <a:defRPr sz="1800"/>
            </a:lvl3pPr>
            <a:lvl4pPr>
              <a:buSzPct val="100000"/>
              <a:defRPr sz="1800"/>
            </a:lvl4pPr>
            <a:lvl5pPr>
              <a:buSzPct val="10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4D580F1D-9A19-7B41-1ACE-62B7B5444253}"/>
              </a:ext>
            </a:extLst>
          </p:cNvPr>
          <p:cNvSpPr>
            <a:spLocks noGrp="1"/>
          </p:cNvSpPr>
          <p:nvPr>
            <p:ph sz="quarter" idx="14"/>
          </p:nvPr>
        </p:nvSpPr>
        <p:spPr>
          <a:xfrm>
            <a:off x="4791456" y="1536827"/>
            <a:ext cx="5650992" cy="4480560"/>
          </a:xfrm>
        </p:spPr>
        <p:txBody>
          <a:bodyPr>
            <a:normAutofit/>
          </a:bodyPr>
          <a:lstStyle>
            <a:lvl1pPr marL="457200" indent="-457200">
              <a:lnSpc>
                <a:spcPct val="90000"/>
              </a:lnSpc>
              <a:spcBef>
                <a:spcPts val="1000"/>
              </a:spcBef>
              <a:spcAft>
                <a:spcPts val="0"/>
              </a:spcAft>
              <a:buSzPct val="100000"/>
              <a:buFont typeface="+mj-lt"/>
              <a:buAutoNum type="arabicPeriod"/>
              <a:defRPr sz="2000"/>
            </a:lvl1pPr>
            <a:lvl2pPr marL="914400" indent="-457200">
              <a:buSzPct val="100000"/>
              <a:buFont typeface="+mj-lt"/>
              <a:buAutoNum type="alphaLcPeriod"/>
              <a:defRPr sz="2000"/>
            </a:lvl2pPr>
            <a:lvl3pPr marL="1371600" indent="-457200">
              <a:buSzPct val="100000"/>
              <a:buFont typeface="+mj-lt"/>
              <a:buAutoNum type="romanLcPeriod"/>
              <a:defRPr sz="1800"/>
            </a:lvl3pPr>
            <a:lvl4pPr marL="1828800" indent="-457200">
              <a:buSzPct val="100000"/>
              <a:buFont typeface="+mj-lt"/>
              <a:buAutoNum type="arabicParenR"/>
              <a:defRPr sz="1800"/>
            </a:lvl4pPr>
            <a:lvl5pPr marL="2286000" indent="-457200">
              <a:buSzPct val="100000"/>
              <a:buFont typeface="+mj-lt"/>
              <a:buAutoNum type="alphaLcParen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A54D0E8A-D840-3B34-461F-395ACC9FA827}"/>
              </a:ext>
            </a:extLst>
          </p:cNvPr>
          <p:cNvSpPr>
            <a:spLocks noGrp="1"/>
          </p:cNvSpPr>
          <p:nvPr>
            <p:ph type="ftr" sz="quarter" idx="10"/>
          </p:nvPr>
        </p:nvSpPr>
        <p:spPr/>
        <p:txBody>
          <a:bodyPr/>
          <a:lstStyle/>
          <a:p>
            <a:r>
              <a:rPr lang="en-US" noProof="0" dirty="0"/>
              <a:t>FOOTER TITLE</a:t>
            </a:r>
          </a:p>
        </p:txBody>
      </p:sp>
      <p:sp>
        <p:nvSpPr>
          <p:cNvPr id="4" name="Slide Number Placeholder 3">
            <a:extLst>
              <a:ext uri="{FF2B5EF4-FFF2-40B4-BE49-F238E27FC236}">
                <a16:creationId xmlns:a16="http://schemas.microsoft.com/office/drawing/2014/main" id="{108E551C-14F1-4049-29C9-7A53E172F850}"/>
              </a:ext>
            </a:extLst>
          </p:cNvPr>
          <p:cNvSpPr>
            <a:spLocks noGrp="1"/>
          </p:cNvSpPr>
          <p:nvPr>
            <p:ph type="sldNum" sz="quarter" idx="11"/>
          </p:nvPr>
        </p:nvSpPr>
        <p:spPr/>
        <p:txBody>
          <a:body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228460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lumMod val="5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10FBCDE-EE59-33A6-32CA-9F6279AA43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12700"/>
            <a:ext cx="12192000" cy="6858000"/>
          </a:xfrm>
          <a:prstGeom prst="rect">
            <a:avLst/>
          </a:prstGeom>
        </p:spPr>
      </p:pic>
      <p:pic>
        <p:nvPicPr>
          <p:cNvPr id="6" name="Graphic 5">
            <a:extLst>
              <a:ext uri="{FF2B5EF4-FFF2-40B4-BE49-F238E27FC236}">
                <a16:creationId xmlns:a16="http://schemas.microsoft.com/office/drawing/2014/main" id="{E45A58EF-738C-B1BA-F49A-84ADB68F8A88}"/>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49858"/>
          <a:stretch/>
        </p:blipFill>
        <p:spPr>
          <a:xfrm>
            <a:off x="8401354" y="9452"/>
            <a:ext cx="2286000" cy="1146248"/>
          </a:xfrm>
          <a:prstGeom prst="rect">
            <a:avLst/>
          </a:prstGeom>
        </p:spPr>
      </p:pic>
      <p:pic>
        <p:nvPicPr>
          <p:cNvPr id="7" name="Graphic 6">
            <a:extLst>
              <a:ext uri="{FF2B5EF4-FFF2-40B4-BE49-F238E27FC236}">
                <a16:creationId xmlns:a16="http://schemas.microsoft.com/office/drawing/2014/main" id="{37F78E2C-6843-1373-E993-79393D85843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49858"/>
          <a:stretch/>
        </p:blipFill>
        <p:spPr>
          <a:xfrm>
            <a:off x="10687351" y="9452"/>
            <a:ext cx="1504649" cy="1146248"/>
          </a:xfrm>
          <a:prstGeom prst="rect">
            <a:avLst/>
          </a:prstGeom>
        </p:spPr>
      </p:pic>
      <p:pic>
        <p:nvPicPr>
          <p:cNvPr id="8" name="Graphic 7">
            <a:extLst>
              <a:ext uri="{FF2B5EF4-FFF2-40B4-BE49-F238E27FC236}">
                <a16:creationId xmlns:a16="http://schemas.microsoft.com/office/drawing/2014/main" id="{9559DD38-C8CC-7B28-F492-ACB263A814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1" b="50186"/>
          <a:stretch/>
        </p:blipFill>
        <p:spPr>
          <a:xfrm rot="10800000">
            <a:off x="1504646" y="5731981"/>
            <a:ext cx="2286000" cy="1138718"/>
          </a:xfrm>
          <a:prstGeom prst="rect">
            <a:avLst/>
          </a:prstGeom>
        </p:spPr>
      </p:pic>
      <p:pic>
        <p:nvPicPr>
          <p:cNvPr id="9" name="Graphic 8">
            <a:extLst>
              <a:ext uri="{FF2B5EF4-FFF2-40B4-BE49-F238E27FC236}">
                <a16:creationId xmlns:a16="http://schemas.microsoft.com/office/drawing/2014/main" id="{8DEFF3B2-90E8-5D9B-CEA8-00B05000BF0E}"/>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r="34180" b="50186"/>
          <a:stretch/>
        </p:blipFill>
        <p:spPr>
          <a:xfrm rot="10800000">
            <a:off x="-3" y="5731980"/>
            <a:ext cx="1504649" cy="1138720"/>
          </a:xfrm>
          <a:prstGeom prst="rect">
            <a:avLst/>
          </a:prstGeom>
        </p:spPr>
      </p:pic>
      <p:sp>
        <p:nvSpPr>
          <p:cNvPr id="13" name="Title 123">
            <a:extLst>
              <a:ext uri="{FF2B5EF4-FFF2-40B4-BE49-F238E27FC236}">
                <a16:creationId xmlns:a16="http://schemas.microsoft.com/office/drawing/2014/main" id="{0B9C7C4B-FC2C-5D51-5679-3D5ED85185DA}"/>
              </a:ext>
            </a:extLst>
          </p:cNvPr>
          <p:cNvSpPr>
            <a:spLocks noGrp="1"/>
          </p:cNvSpPr>
          <p:nvPr>
            <p:ph type="title"/>
          </p:nvPr>
        </p:nvSpPr>
        <p:spPr>
          <a:xfrm>
            <a:off x="841243" y="832104"/>
            <a:ext cx="10479088" cy="2587625"/>
          </a:xfrm>
        </p:spPr>
        <p:txBody>
          <a:bodyPr anchor="t"/>
          <a:lstStyle>
            <a:lvl1pPr>
              <a:lnSpc>
                <a:spcPct val="75000"/>
              </a:lnSpc>
              <a:defRPr sz="8000" b="0" spc="0" baseline="0">
                <a:solidFill>
                  <a:schemeClr val="bg1"/>
                </a:solidFill>
                <a:latin typeface="+mn-lt"/>
              </a:defRPr>
            </a:lvl1pPr>
          </a:lstStyle>
          <a:p>
            <a:r>
              <a:rPr lang="en-US" dirty="0"/>
              <a:t>Click to edit Master title style</a:t>
            </a:r>
          </a:p>
        </p:txBody>
      </p:sp>
      <p:sp>
        <p:nvSpPr>
          <p:cNvPr id="10" name="Text Placeholder 9">
            <a:extLst>
              <a:ext uri="{FF2B5EF4-FFF2-40B4-BE49-F238E27FC236}">
                <a16:creationId xmlns:a16="http://schemas.microsoft.com/office/drawing/2014/main" id="{C79F5B69-7199-E3E6-5554-6CC2207D48E4}"/>
              </a:ext>
            </a:extLst>
          </p:cNvPr>
          <p:cNvSpPr>
            <a:spLocks noGrp="1"/>
          </p:cNvSpPr>
          <p:nvPr>
            <p:ph type="body" sz="quarter" idx="11"/>
          </p:nvPr>
        </p:nvSpPr>
        <p:spPr>
          <a:xfrm>
            <a:off x="841375" y="3705309"/>
            <a:ext cx="10479088" cy="2587625"/>
          </a:xfrm>
        </p:spPr>
        <p:txBody>
          <a:bodyPr/>
          <a:lstStyle>
            <a:lvl1pPr marL="0" indent="0">
              <a:lnSpc>
                <a:spcPct val="130000"/>
              </a:lnSpc>
              <a:spcAft>
                <a:spcPts val="1000"/>
              </a:spcAft>
              <a:buNone/>
              <a:defRPr b="1" i="0" cap="all" spc="300" baseline="0">
                <a:solidFill>
                  <a:schemeClr val="bg1"/>
                </a:solidFill>
                <a:latin typeface="+mj-lt"/>
              </a:defRPr>
            </a:lvl1pPr>
          </a:lstStyle>
          <a:p>
            <a:pPr lvl="0"/>
            <a:r>
              <a:rPr lang="en-US" dirty="0"/>
              <a:t>Click to edit Master text styles</a:t>
            </a:r>
          </a:p>
        </p:txBody>
      </p:sp>
    </p:spTree>
    <p:extLst>
      <p:ext uri="{BB962C8B-B14F-4D97-AF65-F5344CB8AC3E}">
        <p14:creationId xmlns:p14="http://schemas.microsoft.com/office/powerpoint/2010/main" val="143093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9200" cy="432000"/>
          </a:xfrm>
          <a:prstGeom prst="rect">
            <a:avLst/>
          </a:prstGeom>
        </p:spPr>
        <p:txBody>
          <a:bodyPr vert="horz" lIns="0" tIns="0" rIns="0" bIns="0" rtlCol="0" anchor="ctr">
            <a:noAutofit/>
          </a:bodyPr>
          <a:lstStyle/>
          <a:p>
            <a:pPr lvl="0"/>
            <a:r>
              <a:rPr lang="en-US" noProof="0"/>
              <a:t>Click to edit Master title style</a:t>
            </a:r>
          </a:p>
        </p:txBody>
      </p:sp>
      <p:sp>
        <p:nvSpPr>
          <p:cNvPr id="3" name="Text Placeholder 2">
            <a:extLst>
              <a:ext uri="{FF2B5EF4-FFF2-40B4-BE49-F238E27FC236}">
                <a16:creationId xmlns:a16="http://schemas.microsoft.com/office/drawing/2014/main" id="{213AB95C-7DD4-4796-80E4-1B7466A2A037}"/>
              </a:ext>
            </a:extLst>
          </p:cNvPr>
          <p:cNvSpPr>
            <a:spLocks noGrp="1"/>
          </p:cNvSpPr>
          <p:nvPr>
            <p:ph type="body" idx="1"/>
          </p:nvPr>
        </p:nvSpPr>
        <p:spPr>
          <a:xfrm>
            <a:off x="432000" y="1152000"/>
            <a:ext cx="11329200" cy="503925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365893"/>
            <a:ext cx="4114800" cy="226714"/>
          </a:xfrm>
          <a:prstGeom prst="rect">
            <a:avLst/>
          </a:prstGeom>
        </p:spPr>
        <p:txBody>
          <a:bodyPr vert="horz" lIns="0" tIns="0" rIns="0" bIns="0" rtlCol="0" anchor="ctr"/>
          <a:lstStyle>
            <a:lvl1pPr algn="l">
              <a:defRPr sz="1200">
                <a:solidFill>
                  <a:schemeClr val="tx1">
                    <a:lumMod val="75000"/>
                    <a:lumOff val="25000"/>
                  </a:schemeClr>
                </a:solidFill>
              </a:defRPr>
            </a:lvl1pPr>
          </a:lstStyle>
          <a:p>
            <a:r>
              <a:rPr lang="en-US" noProof="0" dirty="0"/>
              <a:t>FOOTER TITLE</a:t>
            </a:r>
          </a:p>
        </p:txBody>
      </p:sp>
      <p:sp>
        <p:nvSpPr>
          <p:cNvPr id="4" name="Slide Number Placeholder 3">
            <a:extLst>
              <a:ext uri="{FF2B5EF4-FFF2-40B4-BE49-F238E27FC236}">
                <a16:creationId xmlns:a16="http://schemas.microsoft.com/office/drawing/2014/main" id="{215F7E44-8ABB-4ABE-998C-AFEFE7AA0503}"/>
              </a:ext>
            </a:extLst>
          </p:cNvPr>
          <p:cNvSpPr>
            <a:spLocks noGrp="1"/>
          </p:cNvSpPr>
          <p:nvPr>
            <p:ph type="sldNum" sz="quarter" idx="4"/>
          </p:nvPr>
        </p:nvSpPr>
        <p:spPr>
          <a:xfrm>
            <a:off x="10917936" y="6385422"/>
            <a:ext cx="843264" cy="288000"/>
          </a:xfrm>
          <a:prstGeom prst="rect">
            <a:avLst/>
          </a:prstGeom>
          <a:noFill/>
        </p:spPr>
        <p:txBody>
          <a:bodyPr lIns="0" tIns="0" rIns="0" bIns="0" anchor="ctr"/>
          <a:lstStyle>
            <a:lvl1pPr algn="r">
              <a:defRPr lang="en-ZA" sz="1000" b="0" smtClean="0">
                <a:solidFill>
                  <a:sysClr val="windowText" lastClr="000000"/>
                </a:solidFill>
              </a:defRPr>
            </a:lvl1pPr>
          </a:lstStyle>
          <a:p>
            <a:fld id="{B67B645E-C5E5-4727-B977-D372A0AA71D9}" type="slidenum">
              <a:rPr lang="en-US" smtClean="0"/>
              <a:pPr/>
              <a:t>‹#›</a:t>
            </a:fld>
            <a:endParaRPr lang="en-US" dirty="0"/>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Lst>
  <p:hf hdr="0" ftr="0" dt="0"/>
  <p:txStyles>
    <p:titleStyle>
      <a:lvl1pPr algn="l" defTabSz="914400" rtl="0" eaLnBrk="1" latinLnBrk="0" hangingPunct="1">
        <a:lnSpc>
          <a:spcPct val="90000"/>
        </a:lnSpc>
        <a:spcBef>
          <a:spcPct val="0"/>
        </a:spcBef>
        <a:buNone/>
        <a:defRPr lang="en-ZA" sz="3200" b="1" kern="1200" spc="-150" dirty="0">
          <a:solidFill>
            <a:schemeClr val="tx1">
              <a:lumMod val="85000"/>
              <a:lumOff val="15000"/>
            </a:schemeClr>
          </a:solidFill>
          <a:latin typeface="+mj-lt"/>
          <a:ea typeface="+mj-ea"/>
          <a:cs typeface="+mj-cs"/>
        </a:defRPr>
      </a:lvl1pPr>
    </p:titleStyle>
    <p:bodyStyle>
      <a:lvl1pPr marL="347472" indent="-347472" algn="l" defTabSz="914400" rtl="0" eaLnBrk="1" latinLnBrk="0" hangingPunct="1">
        <a:lnSpc>
          <a:spcPct val="90000"/>
        </a:lnSpc>
        <a:spcBef>
          <a:spcPts val="0"/>
        </a:spcBef>
        <a:spcAft>
          <a:spcPts val="1800"/>
        </a:spcAft>
        <a:buSzPct val="75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731520" indent="-347472" algn="l" defTabSz="914400" rtl="0" eaLnBrk="1" latinLnBrk="0" hangingPunct="1">
        <a:lnSpc>
          <a:spcPct val="90000"/>
        </a:lnSpc>
        <a:spcBef>
          <a:spcPts val="500"/>
        </a:spcBef>
        <a:buSzPct val="75000"/>
        <a:buFont typeface="Arial" panose="020B0604020202020204" pitchFamily="34" charset="0"/>
        <a:buChar char="•"/>
        <a:defRPr sz="2000" kern="1200">
          <a:solidFill>
            <a:schemeClr val="tx1">
              <a:lumMod val="75000"/>
              <a:lumOff val="25000"/>
            </a:schemeClr>
          </a:solidFill>
          <a:latin typeface="+mn-lt"/>
          <a:ea typeface="+mn-ea"/>
          <a:cs typeface="+mn-cs"/>
        </a:defRPr>
      </a:lvl2pPr>
      <a:lvl3pPr marL="109728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3pPr>
      <a:lvl4pPr marL="1463040" indent="-347472" algn="l" defTabSz="914400" rtl="0" eaLnBrk="1" latinLnBrk="0" hangingPunct="1">
        <a:lnSpc>
          <a:spcPct val="90000"/>
        </a:lnSpc>
        <a:spcBef>
          <a:spcPts val="500"/>
        </a:spcBef>
        <a:buSzPct val="75000"/>
        <a:buFont typeface="Arial" panose="020B0604020202020204" pitchFamily="34" charset="0"/>
        <a:buChar char="•"/>
        <a:defRPr sz="1800" kern="1200">
          <a:solidFill>
            <a:schemeClr val="tx1">
              <a:lumMod val="75000"/>
              <a:lumOff val="25000"/>
            </a:schemeClr>
          </a:solidFill>
          <a:latin typeface="+mn-lt"/>
          <a:ea typeface="+mn-ea"/>
          <a:cs typeface="+mn-cs"/>
        </a:defRPr>
      </a:lvl4pPr>
      <a:lvl5pPr marL="1828800" indent="-347472" algn="l" defTabSz="914400" rtl="0" eaLnBrk="1" latinLnBrk="0" hangingPunct="1">
        <a:lnSpc>
          <a:spcPct val="90000"/>
        </a:lnSpc>
        <a:spcBef>
          <a:spcPts val="500"/>
        </a:spcBef>
        <a:buSzPct val="75000"/>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5.png"/><Relationship Id="rId7" Type="http://schemas.openxmlformats.org/officeDocument/2006/relationships/diagramLayout" Target="../diagrams/layout1.xml"/><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diagramData" Target="../diagrams/data1.xml"/><Relationship Id="rId5" Type="http://schemas.openxmlformats.org/officeDocument/2006/relationships/image" Target="../media/image17.png"/><Relationship Id="rId10" Type="http://schemas.microsoft.com/office/2007/relationships/diagramDrawing" Target="../diagrams/drawing1.xml"/><Relationship Id="rId4" Type="http://schemas.openxmlformats.org/officeDocument/2006/relationships/image" Target="../media/image16.png"/><Relationship Id="rId9" Type="http://schemas.openxmlformats.org/officeDocument/2006/relationships/diagramColors" Target="../diagrams/colors1.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colab.research.google.com/drive/1Vk9o9fbJUWgep5noEM_o7P4sVbUt0-S8?usp=sharing"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17E-922A-1054-6306-D37C378F1165}"/>
              </a:ext>
            </a:extLst>
          </p:cNvPr>
          <p:cNvSpPr>
            <a:spLocks noGrp="1"/>
          </p:cNvSpPr>
          <p:nvPr>
            <p:ph type="title"/>
          </p:nvPr>
        </p:nvSpPr>
        <p:spPr>
          <a:xfrm>
            <a:off x="841248" y="953008"/>
            <a:ext cx="10479024" cy="557784"/>
          </a:xfrm>
        </p:spPr>
        <p:txBody>
          <a:bodyPr/>
          <a:lstStyle/>
          <a:p>
            <a:r>
              <a:rPr lang="en-US" dirty="0"/>
              <a:t>case project-2</a:t>
            </a:r>
            <a:br>
              <a:rPr lang="en-US" dirty="0"/>
            </a:br>
            <a:endParaRPr lang="en-US"/>
          </a:p>
        </p:txBody>
      </p:sp>
      <p:sp>
        <p:nvSpPr>
          <p:cNvPr id="3" name="Text Placeholder 2">
            <a:extLst>
              <a:ext uri="{FF2B5EF4-FFF2-40B4-BE49-F238E27FC236}">
                <a16:creationId xmlns:a16="http://schemas.microsoft.com/office/drawing/2014/main" id="{1C3D50B0-02F8-A1E6-8A67-C0B7034A4743}"/>
              </a:ext>
            </a:extLst>
          </p:cNvPr>
          <p:cNvSpPr>
            <a:spLocks noGrp="1"/>
          </p:cNvSpPr>
          <p:nvPr>
            <p:ph type="body" sz="quarter" idx="10"/>
          </p:nvPr>
        </p:nvSpPr>
        <p:spPr>
          <a:xfrm>
            <a:off x="841247" y="1515872"/>
            <a:ext cx="10479215" cy="4480560"/>
          </a:xfrm>
        </p:spPr>
        <p:txBody>
          <a:bodyPr vert="horz" lIns="0" tIns="0" rIns="0" bIns="0" rtlCol="0" anchor="t">
            <a:noAutofit/>
          </a:bodyPr>
          <a:lstStyle/>
          <a:p>
            <a:r>
              <a:rPr lang="en-US" sz="6000" dirty="0">
                <a:solidFill>
                  <a:srgbClr val="F2F2F2"/>
                </a:solidFill>
                <a:latin typeface="Aptos Serif"/>
                <a:ea typeface="Roboto"/>
                <a:cs typeface="Roboto"/>
              </a:rPr>
              <a:t>Sales Prediction Dataset</a:t>
            </a:r>
            <a:endParaRPr lang="en-US" dirty="0">
              <a:latin typeface="Aptos Serif"/>
              <a:cs typeface="Aptos Serif"/>
            </a:endParaRPr>
          </a:p>
          <a:p>
            <a:endParaRPr lang="en-US" dirty="0"/>
          </a:p>
        </p:txBody>
      </p:sp>
      <p:sp>
        <p:nvSpPr>
          <p:cNvPr id="4" name="L-Shape 3">
            <a:extLst>
              <a:ext uri="{FF2B5EF4-FFF2-40B4-BE49-F238E27FC236}">
                <a16:creationId xmlns:a16="http://schemas.microsoft.com/office/drawing/2014/main" id="{9E8F8A3B-4CAA-BB06-6525-5A577967295C}"/>
              </a:ext>
            </a:extLst>
          </p:cNvPr>
          <p:cNvSpPr/>
          <p:nvPr/>
        </p:nvSpPr>
        <p:spPr>
          <a:xfrm rot="10800000" flipH="1">
            <a:off x="447040" y="492760"/>
            <a:ext cx="213360" cy="5852160"/>
          </a:xfrm>
          <a:prstGeom prst="corner">
            <a:avLst/>
          </a:prstGeom>
          <a:solidFill>
            <a:schemeClr val="accent6">
              <a:lumMod val="60000"/>
              <a:lumOff val="40000"/>
            </a:schemeClr>
          </a:solidFill>
          <a:ln>
            <a:solidFill>
              <a:schemeClr val="accent6">
                <a:lumMod val="5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 name="Rectangle 4">
            <a:extLst>
              <a:ext uri="{FF2B5EF4-FFF2-40B4-BE49-F238E27FC236}">
                <a16:creationId xmlns:a16="http://schemas.microsoft.com/office/drawing/2014/main" id="{E00F182D-578F-4BED-44CD-2595F0A04103}"/>
              </a:ext>
            </a:extLst>
          </p:cNvPr>
          <p:cNvSpPr/>
          <p:nvPr/>
        </p:nvSpPr>
        <p:spPr>
          <a:xfrm>
            <a:off x="457835" y="513715"/>
            <a:ext cx="548640" cy="10160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7" name="TextBox 6">
            <a:extLst>
              <a:ext uri="{FF2B5EF4-FFF2-40B4-BE49-F238E27FC236}">
                <a16:creationId xmlns:a16="http://schemas.microsoft.com/office/drawing/2014/main" id="{A4FD0D13-8711-66E7-10D4-69D76F82B9C5}"/>
              </a:ext>
            </a:extLst>
          </p:cNvPr>
          <p:cNvSpPr txBox="1"/>
          <p:nvPr/>
        </p:nvSpPr>
        <p:spPr>
          <a:xfrm>
            <a:off x="8393999" y="5428741"/>
            <a:ext cx="3354676" cy="923330"/>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r"/>
            <a:r>
              <a:rPr lang="en-US" dirty="0">
                <a:solidFill>
                  <a:schemeClr val="accent6">
                    <a:lumMod val="40000"/>
                    <a:lumOff val="60000"/>
                  </a:schemeClr>
                </a:solidFill>
              </a:rPr>
              <a:t>Khushi Shah</a:t>
            </a:r>
          </a:p>
          <a:p>
            <a:pPr algn="r"/>
            <a:r>
              <a:rPr lang="en-US" dirty="0">
                <a:solidFill>
                  <a:schemeClr val="accent6">
                    <a:lumMod val="40000"/>
                    <a:lumOff val="60000"/>
                  </a:schemeClr>
                </a:solidFill>
              </a:rPr>
              <a:t>IIT Gandhinagar</a:t>
            </a:r>
            <a:br>
              <a:rPr lang="en-US" dirty="0">
                <a:solidFill>
                  <a:schemeClr val="accent6">
                    <a:lumMod val="40000"/>
                    <a:lumOff val="60000"/>
                  </a:schemeClr>
                </a:solidFill>
              </a:rPr>
            </a:br>
            <a:r>
              <a:rPr lang="en-US" dirty="0">
                <a:solidFill>
                  <a:schemeClr val="accent6">
                    <a:lumMod val="40000"/>
                    <a:lumOff val="60000"/>
                  </a:schemeClr>
                </a:solidFill>
              </a:rPr>
              <a:t>24110326@iitgn.ac.in</a:t>
            </a:r>
          </a:p>
        </p:txBody>
      </p:sp>
    </p:spTree>
    <p:extLst>
      <p:ext uri="{BB962C8B-B14F-4D97-AF65-F5344CB8AC3E}">
        <p14:creationId xmlns:p14="http://schemas.microsoft.com/office/powerpoint/2010/main" val="1516999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CD930-5DE6-9C80-BE11-6A82B20FCF92}"/>
              </a:ext>
            </a:extLst>
          </p:cNvPr>
          <p:cNvSpPr>
            <a:spLocks noGrp="1"/>
          </p:cNvSpPr>
          <p:nvPr>
            <p:ph type="title"/>
          </p:nvPr>
        </p:nvSpPr>
        <p:spPr>
          <a:xfrm>
            <a:off x="749808" y="1227328"/>
            <a:ext cx="10479024" cy="557784"/>
          </a:xfrm>
        </p:spPr>
        <p:txBody>
          <a:bodyPr vert="horz" lIns="0" tIns="0" rIns="0" bIns="0" rtlCol="0" anchor="t">
            <a:normAutofit fontScale="90000"/>
          </a:bodyPr>
          <a:lstStyle/>
          <a:p>
            <a:r>
              <a:rPr lang="en-US" sz="2400" b="1" kern="1200" cap="all" spc="300" baseline="0" dirty="0">
                <a:latin typeface="+mj-lt"/>
                <a:ea typeface="+mj-ea"/>
                <a:cs typeface="+mj-cs"/>
              </a:rPr>
              <a:t>Dataset analysis:</a:t>
            </a:r>
            <a:br>
              <a:rPr lang="en-US" b="1" kern="1200" cap="all" spc="300" baseline="0" dirty="0"/>
            </a:br>
            <a:endParaRPr lang="en-US" b="1" kern="1200" cap="all" spc="300" baseline="0">
              <a:latin typeface="+mj-lt"/>
              <a:ea typeface="+mj-ea"/>
              <a:cs typeface="+mj-cs"/>
            </a:endParaRPr>
          </a:p>
        </p:txBody>
      </p:sp>
      <p:sp>
        <p:nvSpPr>
          <p:cNvPr id="12" name="TextBox 11">
            <a:extLst>
              <a:ext uri="{FF2B5EF4-FFF2-40B4-BE49-F238E27FC236}">
                <a16:creationId xmlns:a16="http://schemas.microsoft.com/office/drawing/2014/main" id="{6637A286-163D-D681-856B-2C621047CC73}"/>
              </a:ext>
            </a:extLst>
          </p:cNvPr>
          <p:cNvSpPr txBox="1"/>
          <p:nvPr/>
        </p:nvSpPr>
        <p:spPr>
          <a:xfrm>
            <a:off x="749808" y="2014347"/>
            <a:ext cx="3481832" cy="4520565"/>
          </a:xfrm>
          <a:prstGeom prst="rect">
            <a:avLst/>
          </a:prstGeom>
        </p:spPr>
        <p:txBody>
          <a:bodyPr rot="0" spcFirstLastPara="0" vertOverflow="overflow" horzOverflow="overflow" vert="horz" lIns="0" tIns="0" rIns="0" bIns="0" numCol="1" spcCol="0" rtlCol="0" fromWordArt="0" anchor="t" anchorCtr="0" forceAA="0" compatLnSpc="1">
            <a:prstTxWarp prst="textNoShape">
              <a:avLst/>
            </a:prstTxWarp>
            <a:normAutofit/>
          </a:bodyPr>
          <a:lstStyle/>
          <a:p>
            <a:pPr algn="just">
              <a:lnSpc>
                <a:spcPct val="90000"/>
              </a:lnSpc>
              <a:spcAft>
                <a:spcPts val="1800"/>
              </a:spcAft>
              <a:buSzPct val="100000"/>
            </a:pPr>
            <a:r>
              <a:rPr lang="en-US" sz="2000" b="1" dirty="0">
                <a:solidFill>
                  <a:schemeClr val="accent6">
                    <a:lumMod val="49000"/>
                  </a:schemeClr>
                </a:solidFill>
                <a:latin typeface="Cambria Math"/>
                <a:ea typeface="Cambria Math"/>
              </a:rPr>
              <a:t>Initial Step: </a:t>
            </a:r>
            <a:endParaRPr lang="en-US">
              <a:solidFill>
                <a:schemeClr val="accent6">
                  <a:lumMod val="49000"/>
                </a:schemeClr>
              </a:solidFill>
              <a:latin typeface="Cambria Math"/>
              <a:ea typeface="Cambria Math"/>
            </a:endParaRPr>
          </a:p>
          <a:p>
            <a:pPr marL="342900" indent="-342900" algn="just">
              <a:lnSpc>
                <a:spcPct val="90000"/>
              </a:lnSpc>
              <a:spcAft>
                <a:spcPts val="1800"/>
              </a:spcAft>
              <a:buSzPct val="100000"/>
              <a:buFont typeface="Arial" panose="020B0604020202020204" pitchFamily="34" charset="0"/>
              <a:buChar char="•"/>
            </a:pPr>
            <a:r>
              <a:rPr lang="en-US" sz="2000" dirty="0">
                <a:solidFill>
                  <a:schemeClr val="accent6">
                    <a:lumMod val="49000"/>
                  </a:schemeClr>
                </a:solidFill>
                <a:latin typeface="Cambria Math"/>
                <a:ea typeface="Cambria Math"/>
              </a:rPr>
              <a:t>Display the dataset to be know about the columns and the datatypes present.</a:t>
            </a:r>
          </a:p>
          <a:p>
            <a:pPr marL="342900" indent="-342900" algn="just">
              <a:lnSpc>
                <a:spcPct val="90000"/>
              </a:lnSpc>
              <a:spcAft>
                <a:spcPts val="1800"/>
              </a:spcAft>
              <a:buSzPct val="100000"/>
              <a:buFont typeface="Arial" panose="020B0604020202020204" pitchFamily="34" charset="0"/>
              <a:buChar char="•"/>
            </a:pPr>
            <a:r>
              <a:rPr lang="en-US" sz="2000" dirty="0">
                <a:solidFill>
                  <a:schemeClr val="accent6">
                    <a:lumMod val="49000"/>
                  </a:schemeClr>
                </a:solidFill>
                <a:latin typeface="Cambria Math"/>
                <a:ea typeface="Cambria Math"/>
              </a:rPr>
              <a:t>Number of </a:t>
            </a:r>
            <a:r>
              <a:rPr lang="en-US" sz="2000" err="1">
                <a:solidFill>
                  <a:schemeClr val="accent6">
                    <a:lumMod val="49000"/>
                  </a:schemeClr>
                </a:solidFill>
                <a:latin typeface="Cambria Math"/>
                <a:ea typeface="Cambria Math"/>
              </a:rPr>
              <a:t>NaN</a:t>
            </a:r>
            <a:r>
              <a:rPr lang="en-US" sz="2000" dirty="0">
                <a:solidFill>
                  <a:schemeClr val="accent6">
                    <a:lumMod val="49000"/>
                  </a:schemeClr>
                </a:solidFill>
                <a:latin typeface="Cambria Math"/>
                <a:ea typeface="Cambria Math"/>
              </a:rPr>
              <a:t> values present in each column and either removing them or replacing them with mean or zero.</a:t>
            </a:r>
          </a:p>
        </p:txBody>
      </p:sp>
      <p:pic>
        <p:nvPicPr>
          <p:cNvPr id="5" name="Content Placeholder 4" descr="A screenshot of a computer&#10;&#10;AI-generated content may be incorrect.">
            <a:extLst>
              <a:ext uri="{FF2B5EF4-FFF2-40B4-BE49-F238E27FC236}">
                <a16:creationId xmlns:a16="http://schemas.microsoft.com/office/drawing/2014/main" id="{396B0B24-E04E-B45E-88A8-270BAB7D0BFA}"/>
              </a:ext>
            </a:extLst>
          </p:cNvPr>
          <p:cNvPicPr>
            <a:picLocks noGrp="1" noChangeAspect="1"/>
          </p:cNvPicPr>
          <p:nvPr>
            <p:ph sz="quarter" idx="14"/>
          </p:nvPr>
        </p:nvPicPr>
        <p:blipFill>
          <a:blip r:embed="rId2"/>
          <a:stretch>
            <a:fillRect/>
          </a:stretch>
        </p:blipFill>
        <p:spPr>
          <a:xfrm>
            <a:off x="4727448" y="2095937"/>
            <a:ext cx="6592824" cy="3362339"/>
          </a:xfrm>
          <a:noFill/>
        </p:spPr>
      </p:pic>
      <p:sp>
        <p:nvSpPr>
          <p:cNvPr id="4" name="Slide Number Placeholder 3">
            <a:extLst>
              <a:ext uri="{FF2B5EF4-FFF2-40B4-BE49-F238E27FC236}">
                <a16:creationId xmlns:a16="http://schemas.microsoft.com/office/drawing/2014/main" id="{2FF5D2CC-C963-8BE5-8197-58E012DFD313}"/>
              </a:ext>
            </a:extLst>
          </p:cNvPr>
          <p:cNvSpPr>
            <a:spLocks noGrp="1"/>
          </p:cNvSpPr>
          <p:nvPr>
            <p:ph type="sldNum" sz="quarter" idx="11"/>
          </p:nvPr>
        </p:nvSpPr>
        <p:spPr>
          <a:xfrm>
            <a:off x="10917936" y="6385422"/>
            <a:ext cx="843264" cy="288000"/>
          </a:xfrm>
        </p:spPr>
        <p:txBody>
          <a:bodyPr lIns="0" tIns="0" rIns="0" bIns="0" anchor="ctr">
            <a:normAutofit/>
          </a:bodyPr>
          <a:lstStyle/>
          <a:p>
            <a:pPr>
              <a:spcAft>
                <a:spcPts val="600"/>
              </a:spcAft>
            </a:pPr>
            <a:fld id="{B67B645E-C5E5-4727-B977-D372A0AA71D9}" type="slidenum">
              <a:rPr lang="en-US" smtClean="0"/>
              <a:pPr>
                <a:spcAft>
                  <a:spcPts val="600"/>
                </a:spcAft>
              </a:pPr>
              <a:t>2</a:t>
            </a:fld>
            <a:endParaRPr lang="en-US"/>
          </a:p>
        </p:txBody>
      </p:sp>
      <p:sp>
        <p:nvSpPr>
          <p:cNvPr id="6" name="TextBox 5">
            <a:extLst>
              <a:ext uri="{FF2B5EF4-FFF2-40B4-BE49-F238E27FC236}">
                <a16:creationId xmlns:a16="http://schemas.microsoft.com/office/drawing/2014/main" id="{345569AC-CE38-F10B-80E5-ACE513290932}"/>
              </a:ext>
            </a:extLst>
          </p:cNvPr>
          <p:cNvSpPr txBox="1"/>
          <p:nvPr/>
        </p:nvSpPr>
        <p:spPr>
          <a:xfrm>
            <a:off x="750360" y="1119585"/>
            <a:ext cx="4788012" cy="11076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9" name="TextBox 8">
            <a:extLst>
              <a:ext uri="{FF2B5EF4-FFF2-40B4-BE49-F238E27FC236}">
                <a16:creationId xmlns:a16="http://schemas.microsoft.com/office/drawing/2014/main" id="{DE9A281F-98A7-3C09-771D-D5538BC1F94B}"/>
              </a:ext>
            </a:extLst>
          </p:cNvPr>
          <p:cNvSpPr txBox="1"/>
          <p:nvPr/>
        </p:nvSpPr>
        <p:spPr>
          <a:xfrm>
            <a:off x="1250600" y="1191047"/>
            <a:ext cx="3954278" cy="5955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983900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screen shot of a computer&#10;&#10;AI-generated content may be incorrect.">
            <a:extLst>
              <a:ext uri="{FF2B5EF4-FFF2-40B4-BE49-F238E27FC236}">
                <a16:creationId xmlns:a16="http://schemas.microsoft.com/office/drawing/2014/main" id="{0625581A-E364-1CEC-5762-EC68542F9D19}"/>
              </a:ext>
            </a:extLst>
          </p:cNvPr>
          <p:cNvPicPr>
            <a:picLocks noGrp="1" noChangeAspect="1"/>
          </p:cNvPicPr>
          <p:nvPr>
            <p:ph type="pic" sz="quarter" idx="11"/>
          </p:nvPr>
        </p:nvPicPr>
        <p:blipFill>
          <a:blip r:embed="rId2"/>
          <a:srcRect l="10067" r="10067"/>
          <a:stretch/>
        </p:blipFill>
        <p:spPr>
          <a:xfrm>
            <a:off x="391160" y="1823624"/>
            <a:ext cx="7706360" cy="3257488"/>
          </a:xfrm>
        </p:spPr>
      </p:pic>
      <p:sp>
        <p:nvSpPr>
          <p:cNvPr id="3" name="Title 2">
            <a:extLst>
              <a:ext uri="{FF2B5EF4-FFF2-40B4-BE49-F238E27FC236}">
                <a16:creationId xmlns:a16="http://schemas.microsoft.com/office/drawing/2014/main" id="{39442DAE-60A3-085A-5E60-5B7D15E0E5B2}"/>
              </a:ext>
            </a:extLst>
          </p:cNvPr>
          <p:cNvSpPr>
            <a:spLocks noGrp="1"/>
          </p:cNvSpPr>
          <p:nvPr>
            <p:ph type="title"/>
          </p:nvPr>
        </p:nvSpPr>
        <p:spPr>
          <a:xfrm>
            <a:off x="505968" y="831088"/>
            <a:ext cx="6931152" cy="557784"/>
          </a:xfrm>
        </p:spPr>
        <p:txBody>
          <a:bodyPr/>
          <a:lstStyle/>
          <a:p>
            <a:r>
              <a:rPr lang="en-US" sz="3200" dirty="0"/>
              <a:t>Question-1</a:t>
            </a:r>
          </a:p>
        </p:txBody>
      </p:sp>
      <p:sp>
        <p:nvSpPr>
          <p:cNvPr id="11" name="Rectangle 10">
            <a:extLst>
              <a:ext uri="{FF2B5EF4-FFF2-40B4-BE49-F238E27FC236}">
                <a16:creationId xmlns:a16="http://schemas.microsoft.com/office/drawing/2014/main" id="{12C1CE9F-9B38-8FAF-341F-9AC96D6DCA46}"/>
              </a:ext>
            </a:extLst>
          </p:cNvPr>
          <p:cNvSpPr/>
          <p:nvPr/>
        </p:nvSpPr>
        <p:spPr>
          <a:xfrm>
            <a:off x="3566795" y="4252595"/>
            <a:ext cx="8483600" cy="165608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0DC1D85D-4651-5787-CCFA-5E6AD7C646A1}"/>
              </a:ext>
            </a:extLst>
          </p:cNvPr>
          <p:cNvSpPr>
            <a:spLocks noGrp="1"/>
          </p:cNvSpPr>
          <p:nvPr>
            <p:ph type="body" sz="quarter" idx="10"/>
          </p:nvPr>
        </p:nvSpPr>
        <p:spPr>
          <a:xfrm>
            <a:off x="3279647" y="4614672"/>
            <a:ext cx="8638032" cy="4480560"/>
          </a:xfrm>
        </p:spPr>
        <p:txBody>
          <a:bodyPr vert="horz" lIns="0" tIns="0" rIns="0" bIns="0" rtlCol="0" anchor="t">
            <a:noAutofit/>
          </a:bodyPr>
          <a:lstStyle/>
          <a:p>
            <a:pPr algn="r"/>
            <a:r>
              <a:rPr lang="en-US" sz="3600">
                <a:solidFill>
                  <a:schemeClr val="accent6">
                    <a:lumMod val="49000"/>
                  </a:schemeClr>
                </a:solidFill>
                <a:latin typeface="Californian FB"/>
                <a:ea typeface="+mn-lt"/>
                <a:cs typeface="+mn-lt"/>
              </a:rPr>
              <a:t>What is the average amount spent on TV advertising in the dataset?</a:t>
            </a:r>
            <a:endParaRPr lang="en-US">
              <a:solidFill>
                <a:schemeClr val="accent6">
                  <a:lumMod val="49000"/>
                </a:schemeClr>
              </a:solidFill>
              <a:latin typeface="Californian FB"/>
              <a:ea typeface="+mn-lt"/>
              <a:cs typeface="+mn-lt"/>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2638169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DE4C01E-D763-16F1-B36B-BF2D23209BF7}"/>
              </a:ext>
            </a:extLst>
          </p:cNvPr>
          <p:cNvSpPr/>
          <p:nvPr/>
        </p:nvSpPr>
        <p:spPr>
          <a:xfrm>
            <a:off x="0" y="1973943"/>
            <a:ext cx="10496765" cy="34116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3CF7B430-8D22-1998-2D13-6CF4BC816970}"/>
              </a:ext>
            </a:extLst>
          </p:cNvPr>
          <p:cNvSpPr>
            <a:spLocks noGrp="1"/>
          </p:cNvSpPr>
          <p:nvPr>
            <p:ph type="title"/>
          </p:nvPr>
        </p:nvSpPr>
        <p:spPr>
          <a:xfrm>
            <a:off x="419899" y="3992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1B6CDE6E-47EE-09E0-07F7-D6ABE09901A1}"/>
              </a:ext>
            </a:extLst>
          </p:cNvPr>
          <p:cNvSpPr>
            <a:spLocks noGrp="1"/>
          </p:cNvSpPr>
          <p:nvPr>
            <p:ph type="sldNum" sz="quarter" idx="11"/>
          </p:nvPr>
        </p:nvSpPr>
        <p:spPr/>
        <p:txBody>
          <a:bodyPr/>
          <a:lstStyle/>
          <a:p>
            <a:fld id="{B67B645E-C5E5-4727-B977-D372A0AA71D9}" type="slidenum">
              <a:rPr lang="en-US" smtClean="0"/>
              <a:pPr/>
              <a:t>4</a:t>
            </a:fld>
            <a:endParaRPr lang="en-US" dirty="0"/>
          </a:p>
        </p:txBody>
      </p:sp>
      <p:sp>
        <p:nvSpPr>
          <p:cNvPr id="10" name="Content Placeholder 9">
            <a:extLst>
              <a:ext uri="{FF2B5EF4-FFF2-40B4-BE49-F238E27FC236}">
                <a16:creationId xmlns:a16="http://schemas.microsoft.com/office/drawing/2014/main" id="{74004ABB-6F62-5219-0B52-178C92911CC9}"/>
              </a:ext>
            </a:extLst>
          </p:cNvPr>
          <p:cNvSpPr>
            <a:spLocks noGrp="1"/>
          </p:cNvSpPr>
          <p:nvPr>
            <p:ph sz="quarter" idx="13"/>
          </p:nvPr>
        </p:nvSpPr>
        <p:spPr>
          <a:xfrm>
            <a:off x="415542" y="962545"/>
            <a:ext cx="5387123" cy="2238981"/>
          </a:xfrm>
        </p:spPr>
        <p:txBody>
          <a:bodyPr vert="horz" lIns="0" tIns="0" rIns="0" bIns="0" rtlCol="0" anchor="t">
            <a:normAutofit/>
          </a:bodyPr>
          <a:lstStyle/>
          <a:p>
            <a:pPr marL="347345" indent="-347345" algn="just"/>
            <a:r>
              <a:rPr lang="en-US" sz="1800" dirty="0">
                <a:solidFill>
                  <a:schemeClr val="accent6">
                    <a:lumMod val="49000"/>
                  </a:schemeClr>
                </a:solidFill>
                <a:latin typeface="Cambria Math"/>
                <a:ea typeface="Cambria Math"/>
              </a:rPr>
              <a:t>Using "mean" method to directly calculate the average amount spent on TV advertising. </a:t>
            </a:r>
          </a:p>
        </p:txBody>
      </p:sp>
      <p:sp>
        <p:nvSpPr>
          <p:cNvPr id="16" name="Rectangle 15">
            <a:extLst>
              <a:ext uri="{FF2B5EF4-FFF2-40B4-BE49-F238E27FC236}">
                <a16:creationId xmlns:a16="http://schemas.microsoft.com/office/drawing/2014/main" id="{D8D92EBE-1C62-B1C3-93D0-7D4F7BA73FAD}"/>
              </a:ext>
            </a:extLst>
          </p:cNvPr>
          <p:cNvSpPr/>
          <p:nvPr/>
        </p:nvSpPr>
        <p:spPr>
          <a:xfrm>
            <a:off x="6827521" y="1970617"/>
            <a:ext cx="3669875" cy="281093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descr="A screen shot of a computer&#10;&#10;AI-generated content may be incorrect.">
            <a:extLst>
              <a:ext uri="{FF2B5EF4-FFF2-40B4-BE49-F238E27FC236}">
                <a16:creationId xmlns:a16="http://schemas.microsoft.com/office/drawing/2014/main" id="{DA886965-2408-8F80-6779-A6B610B265A9}"/>
              </a:ext>
            </a:extLst>
          </p:cNvPr>
          <p:cNvPicPr>
            <a:picLocks noGrp="1" noChangeAspect="1"/>
          </p:cNvPicPr>
          <p:nvPr>
            <p:ph type="pic" sz="quarter" idx="14"/>
          </p:nvPr>
        </p:nvPicPr>
        <p:blipFill>
          <a:blip r:embed="rId2"/>
          <a:srcRect t="13398" b="13398"/>
          <a:stretch/>
        </p:blipFill>
        <p:spPr>
          <a:xfrm>
            <a:off x="762000" y="2845072"/>
            <a:ext cx="6929755" cy="1940137"/>
          </a:xfrm>
          <a:prstGeom prst="rect">
            <a:avLst/>
          </a:prstGeom>
          <a:ln>
            <a:noFill/>
          </a:ln>
          <a:effectLst>
            <a:outerShdw blurRad="292100" dist="139700" dir="2700000" algn="tl" rotWithShape="0">
              <a:srgbClr val="333333">
                <a:alpha val="0"/>
              </a:srgbClr>
            </a:outerShdw>
          </a:effectLst>
        </p:spPr>
      </p:pic>
    </p:spTree>
    <p:extLst>
      <p:ext uri="{BB962C8B-B14F-4D97-AF65-F5344CB8AC3E}">
        <p14:creationId xmlns:p14="http://schemas.microsoft.com/office/powerpoint/2010/main" val="623750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4B6C-8818-4377-3D5D-F85678E622F1}"/>
            </a:ext>
          </a:extLst>
        </p:cNvPr>
        <p:cNvGrpSpPr/>
        <p:nvPr/>
      </p:nvGrpSpPr>
      <p:grpSpPr>
        <a:xfrm>
          <a:off x="0" y="0"/>
          <a:ext cx="0" cy="0"/>
          <a:chOff x="0" y="0"/>
          <a:chExt cx="0" cy="0"/>
        </a:xfrm>
      </p:grpSpPr>
      <p:pic>
        <p:nvPicPr>
          <p:cNvPr id="9" name="Picture Placeholder 8" descr="A screenshot of a computer&#10;&#10;AI-generated content may be incorrect.">
            <a:extLst>
              <a:ext uri="{FF2B5EF4-FFF2-40B4-BE49-F238E27FC236}">
                <a16:creationId xmlns:a16="http://schemas.microsoft.com/office/drawing/2014/main" id="{96C4DD0C-A5AE-91DA-3394-F66374A516B0}"/>
              </a:ext>
            </a:extLst>
          </p:cNvPr>
          <p:cNvPicPr>
            <a:picLocks noGrp="1" noChangeAspect="1"/>
          </p:cNvPicPr>
          <p:nvPr>
            <p:ph type="pic" sz="quarter" idx="11"/>
          </p:nvPr>
        </p:nvPicPr>
        <p:blipFill>
          <a:blip r:embed="rId2"/>
          <a:srcRect t="3671" b="3671"/>
          <a:stretch/>
        </p:blipFill>
        <p:spPr>
          <a:xfrm>
            <a:off x="502920" y="1711864"/>
            <a:ext cx="7188200" cy="4578288"/>
          </a:xfrm>
        </p:spPr>
      </p:pic>
      <p:sp>
        <p:nvSpPr>
          <p:cNvPr id="3" name="Title 2">
            <a:extLst>
              <a:ext uri="{FF2B5EF4-FFF2-40B4-BE49-F238E27FC236}">
                <a16:creationId xmlns:a16="http://schemas.microsoft.com/office/drawing/2014/main" id="{C5196A10-E65F-497E-63FF-C2559A0ED937}"/>
              </a:ext>
            </a:extLst>
          </p:cNvPr>
          <p:cNvSpPr>
            <a:spLocks noGrp="1"/>
          </p:cNvSpPr>
          <p:nvPr>
            <p:ph type="title"/>
          </p:nvPr>
        </p:nvSpPr>
        <p:spPr>
          <a:xfrm>
            <a:off x="505968" y="831088"/>
            <a:ext cx="6931152" cy="557784"/>
          </a:xfrm>
        </p:spPr>
        <p:txBody>
          <a:bodyPr/>
          <a:lstStyle/>
          <a:p>
            <a:r>
              <a:rPr lang="en-US" sz="3200" dirty="0"/>
              <a:t>Question-2</a:t>
            </a:r>
          </a:p>
        </p:txBody>
      </p:sp>
      <p:sp>
        <p:nvSpPr>
          <p:cNvPr id="11" name="Rectangle 10">
            <a:extLst>
              <a:ext uri="{FF2B5EF4-FFF2-40B4-BE49-F238E27FC236}">
                <a16:creationId xmlns:a16="http://schemas.microsoft.com/office/drawing/2014/main" id="{6F3FB4C8-3035-72CE-1155-98B4069628E7}"/>
              </a:ext>
            </a:extLst>
          </p:cNvPr>
          <p:cNvSpPr/>
          <p:nvPr/>
        </p:nvSpPr>
        <p:spPr>
          <a:xfrm>
            <a:off x="3698875" y="3277235"/>
            <a:ext cx="8402320" cy="173736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35625922-AA94-7FC8-46D7-71FC0AE39DB8}"/>
              </a:ext>
            </a:extLst>
          </p:cNvPr>
          <p:cNvSpPr>
            <a:spLocks noGrp="1"/>
          </p:cNvSpPr>
          <p:nvPr>
            <p:ph type="body" sz="quarter" idx="10"/>
          </p:nvPr>
        </p:nvSpPr>
        <p:spPr>
          <a:xfrm>
            <a:off x="3584447" y="3761232"/>
            <a:ext cx="8312912" cy="4480560"/>
          </a:xfrm>
        </p:spPr>
        <p:txBody>
          <a:bodyPr vert="horz" lIns="0" tIns="0" rIns="0" bIns="0" rtlCol="0" anchor="t">
            <a:noAutofit/>
          </a:bodyPr>
          <a:lstStyle/>
          <a:p>
            <a:pPr algn="r"/>
            <a:r>
              <a:rPr lang="en-US" sz="3600">
                <a:solidFill>
                  <a:schemeClr val="accent6">
                    <a:lumMod val="49000"/>
                  </a:schemeClr>
                </a:solidFill>
                <a:latin typeface="Californian FB"/>
                <a:ea typeface="+mn-lt"/>
                <a:cs typeface="+mn-lt"/>
              </a:rPr>
              <a:t>What is the correlation between radio advertising expenditure and product sales?</a:t>
            </a:r>
          </a:p>
          <a:p>
            <a:pPr algn="r">
              <a:lnSpc>
                <a:spcPct val="100000"/>
              </a:lnSpc>
            </a:pPr>
            <a:endParaRPr lang="en-US" sz="2800" dirty="0">
              <a:solidFill>
                <a:schemeClr val="accent6">
                  <a:lumMod val="49000"/>
                </a:schemeClr>
              </a:solidFill>
              <a:latin typeface="Californian FB"/>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62688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6EE7D-DADE-0766-C93B-618DF186DC0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30C9CCF-E7E1-CA67-900D-2C1CAE240C1C}"/>
              </a:ext>
            </a:extLst>
          </p:cNvPr>
          <p:cNvSpPr/>
          <p:nvPr/>
        </p:nvSpPr>
        <p:spPr>
          <a:xfrm>
            <a:off x="0" y="29754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dirty="0">
              <a:solidFill>
                <a:schemeClr val="lt1"/>
              </a:solidFill>
            </a:endParaRPr>
          </a:p>
        </p:txBody>
      </p:sp>
      <p:sp>
        <p:nvSpPr>
          <p:cNvPr id="173" name="Rectangle 172">
            <a:extLst>
              <a:ext uri="{FF2B5EF4-FFF2-40B4-BE49-F238E27FC236}">
                <a16:creationId xmlns:a16="http://schemas.microsoft.com/office/drawing/2014/main" id="{9DE64C5B-8001-E96D-F185-1ADB19AB90A8}"/>
              </a:ext>
            </a:extLst>
          </p:cNvPr>
          <p:cNvSpPr/>
          <p:nvPr/>
        </p:nvSpPr>
        <p:spPr>
          <a:xfrm>
            <a:off x="4064001" y="294217"/>
            <a:ext cx="2034115" cy="472101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BAFAC430-C213-1DD0-B12E-F8E299CAECF7}"/>
              </a:ext>
            </a:extLst>
          </p:cNvPr>
          <p:cNvSpPr>
            <a:spLocks noGrp="1"/>
          </p:cNvSpPr>
          <p:nvPr>
            <p:ph type="title"/>
          </p:nvPr>
        </p:nvSpPr>
        <p:spPr>
          <a:xfrm>
            <a:off x="64549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B79255DC-0035-7153-478E-06288B5D4F52}"/>
              </a:ext>
            </a:extLst>
          </p:cNvPr>
          <p:cNvSpPr>
            <a:spLocks noGrp="1"/>
          </p:cNvSpPr>
          <p:nvPr>
            <p:ph type="sldNum" sz="quarter" idx="11"/>
          </p:nvPr>
        </p:nvSpPr>
        <p:spPr/>
        <p:txBody>
          <a:bodyPr/>
          <a:lstStyle/>
          <a:p>
            <a:fld id="{B67B645E-C5E5-4727-B977-D372A0AA71D9}" type="slidenum">
              <a:rPr lang="en-US" smtClean="0"/>
              <a:pPr/>
              <a:t>6</a:t>
            </a:fld>
            <a:endParaRPr lang="en-US" dirty="0"/>
          </a:p>
        </p:txBody>
      </p:sp>
      <p:sp>
        <p:nvSpPr>
          <p:cNvPr id="10" name="Content Placeholder 9">
            <a:extLst>
              <a:ext uri="{FF2B5EF4-FFF2-40B4-BE49-F238E27FC236}">
                <a16:creationId xmlns:a16="http://schemas.microsoft.com/office/drawing/2014/main" id="{E1D6222E-2B4D-3DA1-9F06-36B3A9BBA87D}"/>
              </a:ext>
            </a:extLst>
          </p:cNvPr>
          <p:cNvSpPr>
            <a:spLocks noGrp="1"/>
          </p:cNvSpPr>
          <p:nvPr>
            <p:ph sz="quarter" idx="13"/>
          </p:nvPr>
        </p:nvSpPr>
        <p:spPr>
          <a:xfrm>
            <a:off x="6450582" y="678065"/>
            <a:ext cx="5387123" cy="2238981"/>
          </a:xfrm>
        </p:spPr>
        <p:txBody>
          <a:bodyPr vert="horz" lIns="0" tIns="0" rIns="0" bIns="0" rtlCol="0" anchor="t">
            <a:normAutofit fontScale="92500"/>
          </a:bodyPr>
          <a:lstStyle/>
          <a:p>
            <a:pPr marL="347345" indent="-347345" algn="just">
              <a:lnSpc>
                <a:spcPct val="100000"/>
              </a:lnSpc>
              <a:spcAft>
                <a:spcPts val="1400"/>
              </a:spcAft>
            </a:pPr>
            <a:r>
              <a:rPr lang="en-US" sz="1800" dirty="0">
                <a:solidFill>
                  <a:schemeClr val="accent6">
                    <a:lumMod val="49000"/>
                  </a:schemeClr>
                </a:solidFill>
                <a:latin typeface="Cambria Math"/>
                <a:ea typeface="Cambria Math"/>
              </a:rPr>
              <a:t>To check the presence of any NaN (not a number) values.</a:t>
            </a:r>
            <a:endParaRPr lang="en-US" dirty="0">
              <a:solidFill>
                <a:schemeClr val="accent6">
                  <a:lumMod val="49000"/>
                </a:schemeClr>
              </a:solidFill>
              <a:latin typeface="Aptos Light"/>
              <a:ea typeface="Cambria Math"/>
            </a:endParaRPr>
          </a:p>
          <a:p>
            <a:pPr marL="347345" indent="-347345" algn="just">
              <a:lnSpc>
                <a:spcPct val="100000"/>
              </a:lnSpc>
              <a:spcAft>
                <a:spcPts val="1400"/>
              </a:spcAft>
            </a:pPr>
            <a:r>
              <a:rPr lang="en-US" sz="1800" dirty="0">
                <a:solidFill>
                  <a:schemeClr val="accent6">
                    <a:lumMod val="49000"/>
                  </a:schemeClr>
                </a:solidFill>
                <a:latin typeface="Cambria Math"/>
                <a:ea typeface="Cambria Math"/>
              </a:rPr>
              <a:t>Started with plotting a scatter plot to visualize the data and then using Linear regression model to check the relation between radio advertisement and sales.</a:t>
            </a:r>
          </a:p>
          <a:p>
            <a:pPr marL="347345" indent="-347345" algn="just">
              <a:lnSpc>
                <a:spcPct val="100000"/>
              </a:lnSpc>
              <a:spcAft>
                <a:spcPts val="1400"/>
              </a:spcAft>
            </a:pPr>
            <a:r>
              <a:rPr lang="en-US" sz="1800" dirty="0">
                <a:solidFill>
                  <a:schemeClr val="accent6">
                    <a:lumMod val="49000"/>
                  </a:schemeClr>
                </a:solidFill>
                <a:latin typeface="Cambria Math"/>
                <a:ea typeface="Cambria Math"/>
              </a:rPr>
              <a:t>Created a correlation matrix to analyze the data and visualized it by plotting a heatmap.</a:t>
            </a:r>
            <a:endParaRPr lang="en-US">
              <a:solidFill>
                <a:schemeClr val="accent6">
                  <a:lumMod val="49000"/>
                </a:schemeClr>
              </a:solidFill>
              <a:latin typeface="Aptos Light"/>
              <a:ea typeface="Cambria Math"/>
            </a:endParaRPr>
          </a:p>
        </p:txBody>
      </p:sp>
      <p:sp>
        <p:nvSpPr>
          <p:cNvPr id="12" name="TextBox 11">
            <a:extLst>
              <a:ext uri="{FF2B5EF4-FFF2-40B4-BE49-F238E27FC236}">
                <a16:creationId xmlns:a16="http://schemas.microsoft.com/office/drawing/2014/main" id="{9F42E763-48C7-E36C-4D94-6D36520023F9}"/>
              </a:ext>
            </a:extLst>
          </p:cNvPr>
          <p:cNvSpPr txBox="1"/>
          <p:nvPr/>
        </p:nvSpPr>
        <p:spPr>
          <a:xfrm>
            <a:off x="4233" y="473286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7011B8CD-DABB-9860-3EF3-4005428F3A51}"/>
              </a:ext>
            </a:extLst>
          </p:cNvPr>
          <p:cNvSpPr txBox="1"/>
          <p:nvPr/>
        </p:nvSpPr>
        <p:spPr>
          <a:xfrm>
            <a:off x="4234" y="5084233"/>
            <a:ext cx="587586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0A4B9D"/>
                </a:solidFill>
                <a:latin typeface="Cambria Math"/>
                <a:ea typeface="Cambria Math"/>
                <a:cs typeface="Arial"/>
              </a:rPr>
              <a:t>A correlation matrix checks the extent of linear proportionality among variables. The above matrix depicts that the amount spent on Radio advertisement and the overall sales is positively correlated, but the magnitude of correlation is less than 0.5 which represents </a:t>
            </a:r>
            <a:r>
              <a:rPr lang="en-US">
                <a:solidFill>
                  <a:srgbClr val="0A4B9D"/>
                </a:solidFill>
                <a:latin typeface="Cambria Math"/>
                <a:ea typeface="Cambria Math"/>
                <a:cs typeface="Arial"/>
              </a:rPr>
              <a:t>slightly </a:t>
            </a:r>
            <a:r>
              <a:rPr lang="en-US" dirty="0">
                <a:solidFill>
                  <a:srgbClr val="0A4B9D"/>
                </a:solidFill>
                <a:latin typeface="Cambria Math"/>
                <a:ea typeface="Cambria Math"/>
                <a:cs typeface="Arial"/>
              </a:rPr>
              <a:t>weak correlation.</a:t>
            </a:r>
          </a:p>
        </p:txBody>
      </p:sp>
      <p:sp>
        <p:nvSpPr>
          <p:cNvPr id="16" name="Rectangle 15">
            <a:extLst>
              <a:ext uri="{FF2B5EF4-FFF2-40B4-BE49-F238E27FC236}">
                <a16:creationId xmlns:a16="http://schemas.microsoft.com/office/drawing/2014/main" id="{580C8532-8758-78FE-0F58-933D20433242}"/>
              </a:ext>
            </a:extLst>
          </p:cNvPr>
          <p:cNvSpPr/>
          <p:nvPr/>
        </p:nvSpPr>
        <p:spPr>
          <a:xfrm>
            <a:off x="9641841" y="4337897"/>
            <a:ext cx="2582755" cy="100245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TextBox 13">
            <a:extLst>
              <a:ext uri="{FF2B5EF4-FFF2-40B4-BE49-F238E27FC236}">
                <a16:creationId xmlns:a16="http://schemas.microsoft.com/office/drawing/2014/main" id="{E695B63A-0128-FA8C-C5DA-07C9CD07B33D}"/>
              </a:ext>
            </a:extLst>
          </p:cNvPr>
          <p:cNvSpPr txBox="1"/>
          <p:nvPr/>
        </p:nvSpPr>
        <p:spPr>
          <a:xfrm>
            <a:off x="6333066" y="291761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E95454B1-2795-DA35-F2A1-FA40F96E3B86}"/>
              </a:ext>
            </a:extLst>
          </p:cNvPr>
          <p:cNvSpPr txBox="1"/>
          <p:nvPr/>
        </p:nvSpPr>
        <p:spPr>
          <a:xfrm>
            <a:off x="6333067" y="3390053"/>
            <a:ext cx="561128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mn-lt"/>
                <a:cs typeface="+mn-lt"/>
              </a:rPr>
              <a:t>There is not a significant</a:t>
            </a:r>
            <a:r>
              <a:rPr lang="en-US" b="1" dirty="0">
                <a:solidFill>
                  <a:schemeClr val="accent6">
                    <a:lumMod val="49000"/>
                  </a:schemeClr>
                </a:solidFill>
                <a:latin typeface="Cambria Math"/>
                <a:ea typeface="+mn-lt"/>
                <a:cs typeface="+mn-lt"/>
              </a:rPr>
              <a:t> correlation</a:t>
            </a:r>
            <a:r>
              <a:rPr lang="en-US" dirty="0">
                <a:solidFill>
                  <a:schemeClr val="accent6">
                    <a:lumMod val="49000"/>
                  </a:schemeClr>
                </a:solidFill>
                <a:latin typeface="Cambria Math"/>
                <a:ea typeface="+mn-lt"/>
                <a:cs typeface="+mn-lt"/>
              </a:rPr>
              <a:t> between the </a:t>
            </a:r>
            <a:r>
              <a:rPr lang="en-US" b="1" dirty="0">
                <a:solidFill>
                  <a:schemeClr val="accent6">
                    <a:lumMod val="49000"/>
                  </a:schemeClr>
                </a:solidFill>
                <a:latin typeface="Cambria Math"/>
                <a:ea typeface="+mn-lt"/>
                <a:cs typeface="+mn-lt"/>
              </a:rPr>
              <a:t>amount spent on advertising the product with the help of radio and overall </a:t>
            </a:r>
            <a:r>
              <a:rPr lang="en-US" b="1" dirty="0">
                <a:solidFill>
                  <a:schemeClr val="accent6">
                    <a:lumMod val="49000"/>
                  </a:schemeClr>
                </a:solidFill>
                <a:latin typeface="Cambria Math"/>
                <a:ea typeface="Cambria Math"/>
                <a:cs typeface="+mn-lt"/>
              </a:rPr>
              <a:t>sales that took place (0.35).</a:t>
            </a:r>
            <a:endParaRPr lang="en-US" dirty="0">
              <a:solidFill>
                <a:schemeClr val="accent6">
                  <a:lumMod val="49000"/>
                </a:schemeClr>
              </a:solidFill>
              <a:latin typeface="Cambria Math"/>
            </a:endParaRPr>
          </a:p>
        </p:txBody>
      </p:sp>
      <p:pic>
        <p:nvPicPr>
          <p:cNvPr id="8" name="Picture Placeholder 7" descr="A screenshot of a graph&#10;&#10;AI-generated content may be incorrect.">
            <a:extLst>
              <a:ext uri="{FF2B5EF4-FFF2-40B4-BE49-F238E27FC236}">
                <a16:creationId xmlns:a16="http://schemas.microsoft.com/office/drawing/2014/main" id="{2325FF07-24EC-855B-FB32-9733A85E70B2}"/>
              </a:ext>
            </a:extLst>
          </p:cNvPr>
          <p:cNvPicPr>
            <a:picLocks noGrp="1" noChangeAspect="1"/>
          </p:cNvPicPr>
          <p:nvPr>
            <p:ph type="pic" sz="quarter" idx="14"/>
          </p:nvPr>
        </p:nvPicPr>
        <p:blipFill>
          <a:blip r:embed="rId2"/>
          <a:srcRect l="800" r="800"/>
          <a:stretch>
            <a:fillRect/>
          </a:stretch>
        </p:blipFill>
        <p:spPr>
          <a:xfrm>
            <a:off x="2757050" y="1890032"/>
            <a:ext cx="3343284" cy="2788022"/>
          </a:xfrm>
          <a:prstGeom prst="rect">
            <a:avLst/>
          </a:prstGeom>
          <a:ln>
            <a:noFill/>
          </a:ln>
          <a:effectLst>
            <a:outerShdw blurRad="292100" dist="139700" dir="2700000" algn="tl" rotWithShape="0">
              <a:srgbClr val="333333">
                <a:alpha val="0"/>
              </a:srgbClr>
            </a:outerShdw>
          </a:effectLst>
        </p:spPr>
      </p:pic>
      <p:pic>
        <p:nvPicPr>
          <p:cNvPr id="4" name="Picture 3" descr="A graph of blue dots&#10;&#10;AI-generated content may be incorrect.">
            <a:extLst>
              <a:ext uri="{FF2B5EF4-FFF2-40B4-BE49-F238E27FC236}">
                <a16:creationId xmlns:a16="http://schemas.microsoft.com/office/drawing/2014/main" id="{DA63B8E7-A1C7-75C7-7CDC-19A486895C0F}"/>
              </a:ext>
            </a:extLst>
          </p:cNvPr>
          <p:cNvPicPr>
            <a:picLocks noChangeAspect="1"/>
          </p:cNvPicPr>
          <p:nvPr/>
        </p:nvPicPr>
        <p:blipFill>
          <a:blip r:embed="rId3"/>
          <a:stretch>
            <a:fillRect/>
          </a:stretch>
        </p:blipFill>
        <p:spPr>
          <a:xfrm>
            <a:off x="956" y="580073"/>
            <a:ext cx="1745608" cy="1481455"/>
          </a:xfrm>
          <a:prstGeom prst="rect">
            <a:avLst/>
          </a:prstGeom>
        </p:spPr>
      </p:pic>
      <p:pic>
        <p:nvPicPr>
          <p:cNvPr id="6" name="Picture 5" descr="A graph with blue dots and a red line&#10;&#10;AI-generated content may be incorrect.">
            <a:extLst>
              <a:ext uri="{FF2B5EF4-FFF2-40B4-BE49-F238E27FC236}">
                <a16:creationId xmlns:a16="http://schemas.microsoft.com/office/drawing/2014/main" id="{231C574C-212D-EAB8-1C30-602C92BE4DE7}"/>
              </a:ext>
            </a:extLst>
          </p:cNvPr>
          <p:cNvPicPr>
            <a:picLocks noChangeAspect="1"/>
          </p:cNvPicPr>
          <p:nvPr/>
        </p:nvPicPr>
        <p:blipFill>
          <a:blip r:embed="rId4"/>
          <a:stretch>
            <a:fillRect/>
          </a:stretch>
        </p:blipFill>
        <p:spPr>
          <a:xfrm>
            <a:off x="317" y="2240545"/>
            <a:ext cx="2569845" cy="2082270"/>
          </a:xfrm>
          <a:prstGeom prst="rect">
            <a:avLst/>
          </a:prstGeom>
        </p:spPr>
      </p:pic>
      <p:pic>
        <p:nvPicPr>
          <p:cNvPr id="7" name="Picture 6" descr="A screenshot of a radio&#10;&#10;AI-generated content may be incorrect.">
            <a:extLst>
              <a:ext uri="{FF2B5EF4-FFF2-40B4-BE49-F238E27FC236}">
                <a16:creationId xmlns:a16="http://schemas.microsoft.com/office/drawing/2014/main" id="{36F16D69-BC96-3B6E-F72B-A7A92D905BAF}"/>
              </a:ext>
            </a:extLst>
          </p:cNvPr>
          <p:cNvPicPr>
            <a:picLocks noChangeAspect="1"/>
          </p:cNvPicPr>
          <p:nvPr/>
        </p:nvPicPr>
        <p:blipFill>
          <a:blip r:embed="rId5"/>
          <a:stretch>
            <a:fillRect/>
          </a:stretch>
        </p:blipFill>
        <p:spPr>
          <a:xfrm>
            <a:off x="2013595" y="415607"/>
            <a:ext cx="4080490" cy="1190625"/>
          </a:xfrm>
          <a:prstGeom prst="rect">
            <a:avLst/>
          </a:prstGeom>
        </p:spPr>
      </p:pic>
      <p:graphicFrame>
        <p:nvGraphicFramePr>
          <p:cNvPr id="17" name="Diagram 16">
            <a:extLst>
              <a:ext uri="{FF2B5EF4-FFF2-40B4-BE49-F238E27FC236}">
                <a16:creationId xmlns:a16="http://schemas.microsoft.com/office/drawing/2014/main" id="{4E02FC10-396C-892F-C44A-547F2EBDEB5F}"/>
              </a:ext>
            </a:extLst>
          </p:cNvPr>
          <p:cNvGraphicFramePr/>
          <p:nvPr>
            <p:extLst>
              <p:ext uri="{D42A27DB-BD31-4B8C-83A1-F6EECF244321}">
                <p14:modId xmlns:p14="http://schemas.microsoft.com/office/powerpoint/2010/main" val="506643153"/>
              </p:ext>
            </p:extLst>
          </p:nvPr>
        </p:nvGraphicFramePr>
        <p:xfrm>
          <a:off x="9956800" y="4353560"/>
          <a:ext cx="1920240" cy="97536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68" name="TextBox 167">
            <a:extLst>
              <a:ext uri="{FF2B5EF4-FFF2-40B4-BE49-F238E27FC236}">
                <a16:creationId xmlns:a16="http://schemas.microsoft.com/office/drawing/2014/main" id="{9D3C824D-228D-9BCD-B784-0AE9F1BA205A}"/>
              </a:ext>
            </a:extLst>
          </p:cNvPr>
          <p:cNvSpPr txBox="1"/>
          <p:nvPr/>
        </p:nvSpPr>
        <p:spPr>
          <a:xfrm>
            <a:off x="11875611" y="4679473"/>
            <a:ext cx="3454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chemeClr val="bg1"/>
                </a:solidFill>
              </a:rPr>
              <a:t>1</a:t>
            </a:r>
          </a:p>
        </p:txBody>
      </p:sp>
      <p:sp>
        <p:nvSpPr>
          <p:cNvPr id="169" name="TextBox 168">
            <a:extLst>
              <a:ext uri="{FF2B5EF4-FFF2-40B4-BE49-F238E27FC236}">
                <a16:creationId xmlns:a16="http://schemas.microsoft.com/office/drawing/2014/main" id="{051C6215-DCB4-C898-8B0A-DCCA1A3F62EE}"/>
              </a:ext>
            </a:extLst>
          </p:cNvPr>
          <p:cNvSpPr txBox="1"/>
          <p:nvPr/>
        </p:nvSpPr>
        <p:spPr>
          <a:xfrm>
            <a:off x="9682480" y="4653280"/>
            <a:ext cx="5384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chemeClr val="bg1"/>
                </a:solidFill>
              </a:rPr>
              <a:t>-1</a:t>
            </a:r>
            <a:endParaRPr lang="en-US" dirty="0">
              <a:solidFill>
                <a:schemeClr val="bg1"/>
              </a:solidFill>
            </a:endParaRPr>
          </a:p>
        </p:txBody>
      </p:sp>
      <p:sp>
        <p:nvSpPr>
          <p:cNvPr id="20" name="TextBox 19">
            <a:extLst>
              <a:ext uri="{FF2B5EF4-FFF2-40B4-BE49-F238E27FC236}">
                <a16:creationId xmlns:a16="http://schemas.microsoft.com/office/drawing/2014/main" id="{490E8597-1CD4-7925-6550-53183EDBA86A}"/>
              </a:ext>
            </a:extLst>
          </p:cNvPr>
          <p:cNvSpPr txBox="1"/>
          <p:nvPr/>
        </p:nvSpPr>
        <p:spPr>
          <a:xfrm>
            <a:off x="6329680" y="4378960"/>
            <a:ext cx="331216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Cambria Math"/>
              </a:rPr>
              <a:t>Although the correlations are </a:t>
            </a:r>
            <a:r>
              <a:rPr lang="en-US" b="1" dirty="0">
                <a:solidFill>
                  <a:schemeClr val="accent6">
                    <a:lumMod val="49000"/>
                  </a:schemeClr>
                </a:solidFill>
                <a:latin typeface="Cambria Math"/>
                <a:ea typeface="Cambria Math"/>
              </a:rPr>
              <a:t>positive</a:t>
            </a:r>
            <a:r>
              <a:rPr lang="en-US" dirty="0">
                <a:solidFill>
                  <a:schemeClr val="accent6">
                    <a:lumMod val="49000"/>
                  </a:schemeClr>
                </a:solidFill>
                <a:latin typeface="Cambria Math"/>
                <a:ea typeface="Cambria Math"/>
              </a:rPr>
              <a:t>—Indicating that as radio advertisement increase</a:t>
            </a:r>
            <a:endParaRPr lang="en-US" dirty="0">
              <a:solidFill>
                <a:schemeClr val="accent6">
                  <a:lumMod val="49000"/>
                </a:schemeClr>
              </a:solidFill>
            </a:endParaRPr>
          </a:p>
        </p:txBody>
      </p:sp>
      <p:sp>
        <p:nvSpPr>
          <p:cNvPr id="21" name="TextBox 20">
            <a:extLst>
              <a:ext uri="{FF2B5EF4-FFF2-40B4-BE49-F238E27FC236}">
                <a16:creationId xmlns:a16="http://schemas.microsoft.com/office/drawing/2014/main" id="{A64CD263-23F8-6361-08C2-A2570CB7581E}"/>
              </a:ext>
            </a:extLst>
          </p:cNvPr>
          <p:cNvSpPr txBox="1"/>
          <p:nvPr/>
        </p:nvSpPr>
        <p:spPr>
          <a:xfrm>
            <a:off x="6329680" y="5344160"/>
            <a:ext cx="56184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Cambria Math"/>
              </a:rPr>
              <a:t>the sales increase as well—the </a:t>
            </a:r>
            <a:r>
              <a:rPr lang="en-US" b="1" dirty="0">
                <a:solidFill>
                  <a:schemeClr val="accent6">
                    <a:lumMod val="49000"/>
                  </a:schemeClr>
                </a:solidFill>
                <a:latin typeface="Cambria Math"/>
                <a:ea typeface="Cambria Math"/>
              </a:rPr>
              <a:t>strength</a:t>
            </a:r>
            <a:r>
              <a:rPr lang="en-US" dirty="0">
                <a:solidFill>
                  <a:schemeClr val="accent6">
                    <a:lumMod val="49000"/>
                  </a:schemeClr>
                </a:solidFill>
                <a:latin typeface="Cambria Math"/>
                <a:ea typeface="Cambria Math"/>
              </a:rPr>
              <a:t> of these relationships is</a:t>
            </a:r>
            <a:r>
              <a:rPr lang="en-US" b="1" dirty="0">
                <a:solidFill>
                  <a:schemeClr val="accent6">
                    <a:lumMod val="49000"/>
                  </a:schemeClr>
                </a:solidFill>
                <a:latin typeface="Cambria Math"/>
                <a:ea typeface="Cambria Math"/>
              </a:rPr>
              <a:t> weak</a:t>
            </a:r>
            <a:r>
              <a:rPr lang="en-US" dirty="0">
                <a:solidFill>
                  <a:schemeClr val="accent6">
                    <a:lumMod val="49000"/>
                  </a:schemeClr>
                </a:solidFill>
                <a:latin typeface="Cambria Math"/>
                <a:ea typeface="Cambria Math"/>
              </a:rPr>
              <a:t>. </a:t>
            </a:r>
            <a:endParaRPr lang="en-US">
              <a:solidFill>
                <a:schemeClr val="accent6">
                  <a:lumMod val="49000"/>
                </a:schemeClr>
              </a:solidFill>
              <a:latin typeface="Aptos Light"/>
              <a:ea typeface="Cambria Math"/>
            </a:endParaRPr>
          </a:p>
        </p:txBody>
      </p:sp>
    </p:spTree>
    <p:extLst>
      <p:ext uri="{BB962C8B-B14F-4D97-AF65-F5344CB8AC3E}">
        <p14:creationId xmlns:p14="http://schemas.microsoft.com/office/powerpoint/2010/main" val="230095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70389-E631-D9D1-CB8A-556CC731BC46}"/>
            </a:ext>
          </a:extLst>
        </p:cNvPr>
        <p:cNvGrpSpPr/>
        <p:nvPr/>
      </p:nvGrpSpPr>
      <p:grpSpPr>
        <a:xfrm>
          <a:off x="0" y="0"/>
          <a:ext cx="0" cy="0"/>
          <a:chOff x="0" y="0"/>
          <a:chExt cx="0" cy="0"/>
        </a:xfrm>
      </p:grpSpPr>
      <p:pic>
        <p:nvPicPr>
          <p:cNvPr id="9" name="Picture Placeholder 8" descr="A screenshot of a computer&#10;&#10;AI-generated content may be incorrect.">
            <a:extLst>
              <a:ext uri="{FF2B5EF4-FFF2-40B4-BE49-F238E27FC236}">
                <a16:creationId xmlns:a16="http://schemas.microsoft.com/office/drawing/2014/main" id="{5B357672-8B0F-3F42-A0E8-EDCB3FB2D5CD}"/>
              </a:ext>
            </a:extLst>
          </p:cNvPr>
          <p:cNvPicPr>
            <a:picLocks noGrp="1" noChangeAspect="1"/>
          </p:cNvPicPr>
          <p:nvPr>
            <p:ph type="pic" sz="quarter" idx="11"/>
          </p:nvPr>
        </p:nvPicPr>
        <p:blipFill>
          <a:blip r:embed="rId2"/>
          <a:srcRect t="4930" b="4930"/>
          <a:stretch/>
        </p:blipFill>
        <p:spPr>
          <a:xfrm>
            <a:off x="502920" y="1711864"/>
            <a:ext cx="6233160" cy="4578288"/>
          </a:xfrm>
        </p:spPr>
      </p:pic>
      <p:sp>
        <p:nvSpPr>
          <p:cNvPr id="3" name="Title 2">
            <a:extLst>
              <a:ext uri="{FF2B5EF4-FFF2-40B4-BE49-F238E27FC236}">
                <a16:creationId xmlns:a16="http://schemas.microsoft.com/office/drawing/2014/main" id="{4DC5F0C2-229A-9890-2E18-95CE36C47FB9}"/>
              </a:ext>
            </a:extLst>
          </p:cNvPr>
          <p:cNvSpPr>
            <a:spLocks noGrp="1"/>
          </p:cNvSpPr>
          <p:nvPr>
            <p:ph type="title"/>
          </p:nvPr>
        </p:nvSpPr>
        <p:spPr>
          <a:xfrm>
            <a:off x="505968" y="831088"/>
            <a:ext cx="6931152" cy="557784"/>
          </a:xfrm>
        </p:spPr>
        <p:txBody>
          <a:bodyPr/>
          <a:lstStyle/>
          <a:p>
            <a:r>
              <a:rPr lang="en-US" sz="3200" dirty="0"/>
              <a:t>Question-3</a:t>
            </a:r>
          </a:p>
        </p:txBody>
      </p:sp>
      <p:sp>
        <p:nvSpPr>
          <p:cNvPr id="11" name="Rectangle 10">
            <a:extLst>
              <a:ext uri="{FF2B5EF4-FFF2-40B4-BE49-F238E27FC236}">
                <a16:creationId xmlns:a16="http://schemas.microsoft.com/office/drawing/2014/main" id="{082ED8CD-E15D-DD66-C315-4AD43DF65134}"/>
              </a:ext>
            </a:extLst>
          </p:cNvPr>
          <p:cNvSpPr/>
          <p:nvPr/>
        </p:nvSpPr>
        <p:spPr>
          <a:xfrm>
            <a:off x="3698875" y="3277235"/>
            <a:ext cx="8402320" cy="173736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29154D80-D861-1897-A724-484A0FADC81A}"/>
              </a:ext>
            </a:extLst>
          </p:cNvPr>
          <p:cNvSpPr>
            <a:spLocks noGrp="1"/>
          </p:cNvSpPr>
          <p:nvPr>
            <p:ph type="body" sz="quarter" idx="10"/>
          </p:nvPr>
        </p:nvSpPr>
        <p:spPr>
          <a:xfrm>
            <a:off x="3584447" y="3761232"/>
            <a:ext cx="8312912" cy="4480560"/>
          </a:xfrm>
        </p:spPr>
        <p:txBody>
          <a:bodyPr vert="horz" lIns="0" tIns="0" rIns="0" bIns="0" rtlCol="0" anchor="t">
            <a:noAutofit/>
          </a:bodyPr>
          <a:lstStyle/>
          <a:p>
            <a:pPr algn="r"/>
            <a:r>
              <a:rPr lang="en-US" sz="3600">
                <a:solidFill>
                  <a:schemeClr val="accent6">
                    <a:lumMod val="49000"/>
                  </a:schemeClr>
                </a:solidFill>
                <a:latin typeface="Californian FB"/>
                <a:ea typeface="+mn-lt"/>
                <a:cs typeface="+mn-lt"/>
              </a:rPr>
              <a:t>Which advertising medium has the highest impact on sales based on the dataset?</a:t>
            </a:r>
            <a:endParaRPr lang="en-US">
              <a:solidFill>
                <a:schemeClr val="accent6">
                  <a:lumMod val="49000"/>
                </a:schemeClr>
              </a:solidFill>
              <a:latin typeface="Californian FB"/>
              <a:ea typeface="+mn-lt"/>
              <a:cs typeface="+mn-lt"/>
            </a:endParaRPr>
          </a:p>
          <a:p>
            <a:pPr algn="r"/>
            <a:endParaRPr lang="en-US" sz="3600" dirty="0">
              <a:solidFill>
                <a:schemeClr val="accent6">
                  <a:lumMod val="49000"/>
                </a:schemeClr>
              </a:solidFill>
              <a:latin typeface="Californian FB"/>
              <a:ea typeface="+mn-lt"/>
              <a:cs typeface="+mn-lt"/>
            </a:endParaRPr>
          </a:p>
          <a:p>
            <a:pPr algn="r">
              <a:lnSpc>
                <a:spcPct val="100000"/>
              </a:lnSpc>
            </a:pPr>
            <a:endParaRPr lang="en-US" sz="2800" dirty="0">
              <a:solidFill>
                <a:schemeClr val="accent6">
                  <a:lumMod val="49000"/>
                </a:schemeClr>
              </a:solidFill>
              <a:latin typeface="Californian FB"/>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2983677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C5C1-C1F8-7A89-E3A5-49229420F96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97852F8-B58B-D319-7EDA-5E3246CF08E3}"/>
              </a:ext>
            </a:extLst>
          </p:cNvPr>
          <p:cNvSpPr/>
          <p:nvPr/>
        </p:nvSpPr>
        <p:spPr>
          <a:xfrm>
            <a:off x="0" y="29754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dirty="0">
              <a:solidFill>
                <a:schemeClr val="lt1"/>
              </a:solidFill>
            </a:endParaRPr>
          </a:p>
        </p:txBody>
      </p:sp>
      <p:sp>
        <p:nvSpPr>
          <p:cNvPr id="173" name="Rectangle 172">
            <a:extLst>
              <a:ext uri="{FF2B5EF4-FFF2-40B4-BE49-F238E27FC236}">
                <a16:creationId xmlns:a16="http://schemas.microsoft.com/office/drawing/2014/main" id="{999725E9-29FF-6173-89EA-3F927897607C}"/>
              </a:ext>
            </a:extLst>
          </p:cNvPr>
          <p:cNvSpPr/>
          <p:nvPr/>
        </p:nvSpPr>
        <p:spPr>
          <a:xfrm>
            <a:off x="4114801" y="294217"/>
            <a:ext cx="1983315" cy="4781972"/>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ADE51033-C0B0-449C-57CF-60C34AEBA042}"/>
              </a:ext>
            </a:extLst>
          </p:cNvPr>
          <p:cNvSpPr>
            <a:spLocks noGrp="1"/>
          </p:cNvSpPr>
          <p:nvPr>
            <p:ph type="title"/>
          </p:nvPr>
        </p:nvSpPr>
        <p:spPr>
          <a:xfrm>
            <a:off x="64549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E0C78FA6-BDF5-986C-8DE2-68CE7A58CB23}"/>
              </a:ext>
            </a:extLst>
          </p:cNvPr>
          <p:cNvSpPr>
            <a:spLocks noGrp="1"/>
          </p:cNvSpPr>
          <p:nvPr>
            <p:ph type="sldNum" sz="quarter" idx="11"/>
          </p:nvPr>
        </p:nvSpPr>
        <p:spPr/>
        <p:txBody>
          <a:bodyPr/>
          <a:lstStyle/>
          <a:p>
            <a:fld id="{B67B645E-C5E5-4727-B977-D372A0AA71D9}" type="slidenum">
              <a:rPr lang="en-US" smtClean="0"/>
              <a:pPr/>
              <a:t>8</a:t>
            </a:fld>
            <a:endParaRPr lang="en-US" dirty="0"/>
          </a:p>
        </p:txBody>
      </p:sp>
      <p:sp>
        <p:nvSpPr>
          <p:cNvPr id="10" name="Content Placeholder 9">
            <a:extLst>
              <a:ext uri="{FF2B5EF4-FFF2-40B4-BE49-F238E27FC236}">
                <a16:creationId xmlns:a16="http://schemas.microsoft.com/office/drawing/2014/main" id="{58FA947D-2576-7EAE-9B83-9FD1D6EB6F98}"/>
              </a:ext>
            </a:extLst>
          </p:cNvPr>
          <p:cNvSpPr>
            <a:spLocks noGrp="1"/>
          </p:cNvSpPr>
          <p:nvPr>
            <p:ph sz="quarter" idx="13"/>
          </p:nvPr>
        </p:nvSpPr>
        <p:spPr>
          <a:xfrm>
            <a:off x="6450582" y="678065"/>
            <a:ext cx="5387123" cy="2238981"/>
          </a:xfrm>
        </p:spPr>
        <p:txBody>
          <a:bodyPr vert="horz" lIns="0" tIns="0" rIns="0" bIns="0" rtlCol="0" anchor="t">
            <a:normAutofit fontScale="92500" lnSpcReduction="10000"/>
          </a:bodyPr>
          <a:lstStyle/>
          <a:p>
            <a:pPr marL="347345" indent="-347345" algn="just">
              <a:lnSpc>
                <a:spcPct val="100000"/>
              </a:lnSpc>
              <a:spcAft>
                <a:spcPts val="1400"/>
              </a:spcAft>
            </a:pPr>
            <a:r>
              <a:rPr lang="en-US" sz="1800" dirty="0">
                <a:solidFill>
                  <a:schemeClr val="accent6">
                    <a:lumMod val="49000"/>
                  </a:schemeClr>
                </a:solidFill>
                <a:latin typeface="Cambria Math"/>
                <a:ea typeface="Cambria Math"/>
              </a:rPr>
              <a:t>To check the presence of any NaN (not a number) values.</a:t>
            </a:r>
            <a:endParaRPr lang="en-US" dirty="0">
              <a:solidFill>
                <a:schemeClr val="accent6">
                  <a:lumMod val="49000"/>
                </a:schemeClr>
              </a:solidFill>
              <a:latin typeface="Aptos Light"/>
              <a:ea typeface="Cambria Math"/>
            </a:endParaRPr>
          </a:p>
          <a:p>
            <a:pPr marL="347345" indent="-347345" algn="just">
              <a:lnSpc>
                <a:spcPct val="100000"/>
              </a:lnSpc>
              <a:spcAft>
                <a:spcPts val="1400"/>
              </a:spcAft>
            </a:pPr>
            <a:r>
              <a:rPr lang="en-US" sz="1800" dirty="0">
                <a:solidFill>
                  <a:schemeClr val="accent6">
                    <a:lumMod val="49000"/>
                  </a:schemeClr>
                </a:solidFill>
                <a:latin typeface="Cambria Math"/>
                <a:ea typeface="Cambria Math"/>
              </a:rPr>
              <a:t>To observe the impact of each advertising medium on sales – correlation matrix is useful as it helps in determining the strongest linear relationship with sales.</a:t>
            </a:r>
          </a:p>
          <a:p>
            <a:pPr marL="347345" indent="-347345" algn="just">
              <a:lnSpc>
                <a:spcPct val="100000"/>
              </a:lnSpc>
              <a:spcAft>
                <a:spcPts val="1400"/>
              </a:spcAft>
            </a:pPr>
            <a:r>
              <a:rPr lang="en-US" sz="1800" dirty="0">
                <a:solidFill>
                  <a:schemeClr val="accent6">
                    <a:lumMod val="49000"/>
                  </a:schemeClr>
                </a:solidFill>
                <a:latin typeface="Cambria Math"/>
                <a:ea typeface="Cambria Math"/>
              </a:rPr>
              <a:t>Created a correlation matrix to analyze the data and visualized it by plotting a heatmap.</a:t>
            </a:r>
          </a:p>
        </p:txBody>
      </p:sp>
      <p:sp>
        <p:nvSpPr>
          <p:cNvPr id="12" name="TextBox 11">
            <a:extLst>
              <a:ext uri="{FF2B5EF4-FFF2-40B4-BE49-F238E27FC236}">
                <a16:creationId xmlns:a16="http://schemas.microsoft.com/office/drawing/2014/main" id="{7EB7D6E4-BBB8-E1CF-AE8C-A71F83678D7C}"/>
              </a:ext>
            </a:extLst>
          </p:cNvPr>
          <p:cNvSpPr txBox="1"/>
          <p:nvPr/>
        </p:nvSpPr>
        <p:spPr>
          <a:xfrm>
            <a:off x="4233" y="480398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FF30FC81-557F-8BC8-50BF-806FA611CD22}"/>
              </a:ext>
            </a:extLst>
          </p:cNvPr>
          <p:cNvSpPr txBox="1"/>
          <p:nvPr/>
        </p:nvSpPr>
        <p:spPr>
          <a:xfrm>
            <a:off x="4234" y="5195993"/>
            <a:ext cx="587586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0A4B9D"/>
                </a:solidFill>
                <a:latin typeface="Cambria Math"/>
                <a:ea typeface="+mn-lt"/>
                <a:cs typeface="+mn-lt"/>
              </a:rPr>
              <a:t>The correlation matrix shows how strongly each advertising medium is related to Sales. TV has the highest correlation with Sales (0.90), indicating a strong positive relationship. Radio has a moderate correlation with Sales (0.35), while Newspaper has a weak one (0.16).</a:t>
            </a:r>
            <a:endParaRPr lang="en-US" dirty="0">
              <a:latin typeface="Cambria Math"/>
              <a:ea typeface="Cambria Math"/>
            </a:endParaRPr>
          </a:p>
        </p:txBody>
      </p:sp>
      <p:sp>
        <p:nvSpPr>
          <p:cNvPr id="14" name="TextBox 13">
            <a:extLst>
              <a:ext uri="{FF2B5EF4-FFF2-40B4-BE49-F238E27FC236}">
                <a16:creationId xmlns:a16="http://schemas.microsoft.com/office/drawing/2014/main" id="{91DE847F-0603-F28D-14AB-DAFFFA944DC5}"/>
              </a:ext>
            </a:extLst>
          </p:cNvPr>
          <p:cNvSpPr txBox="1"/>
          <p:nvPr/>
        </p:nvSpPr>
        <p:spPr>
          <a:xfrm>
            <a:off x="6343226" y="300905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E2E6FF7D-37E9-BADC-4BEC-2D78C326E8F1}"/>
              </a:ext>
            </a:extLst>
          </p:cNvPr>
          <p:cNvSpPr txBox="1"/>
          <p:nvPr/>
        </p:nvSpPr>
        <p:spPr>
          <a:xfrm>
            <a:off x="6343227" y="3532293"/>
            <a:ext cx="561128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mn-lt"/>
                <a:cs typeface="+mn-lt"/>
              </a:rPr>
              <a:t>The correlation analysis reveals that TV advertising has the</a:t>
            </a:r>
            <a:r>
              <a:rPr lang="en-US" b="1" dirty="0">
                <a:solidFill>
                  <a:schemeClr val="accent6">
                    <a:lumMod val="49000"/>
                  </a:schemeClr>
                </a:solidFill>
                <a:latin typeface="Cambria Math"/>
                <a:ea typeface="+mn-lt"/>
                <a:cs typeface="+mn-lt"/>
              </a:rPr>
              <a:t> strongest positive relationship with Sales (0.90)</a:t>
            </a:r>
            <a:r>
              <a:rPr lang="en-US" dirty="0">
                <a:solidFill>
                  <a:schemeClr val="accent6">
                    <a:lumMod val="49000"/>
                  </a:schemeClr>
                </a:solidFill>
                <a:latin typeface="Cambria Math"/>
                <a:ea typeface="+mn-lt"/>
                <a:cs typeface="+mn-lt"/>
              </a:rPr>
              <a:t>, suggesting it significantly influences customer purchases. Radio shows a</a:t>
            </a:r>
            <a:r>
              <a:rPr lang="en-US" b="1" dirty="0">
                <a:solidFill>
                  <a:schemeClr val="accent6">
                    <a:lumMod val="49000"/>
                  </a:schemeClr>
                </a:solidFill>
                <a:latin typeface="Cambria Math"/>
                <a:ea typeface="+mn-lt"/>
                <a:cs typeface="+mn-lt"/>
              </a:rPr>
              <a:t> moderate correlation (0.35)</a:t>
            </a:r>
            <a:r>
              <a:rPr lang="en-US" dirty="0">
                <a:solidFill>
                  <a:schemeClr val="accent6">
                    <a:lumMod val="49000"/>
                  </a:schemeClr>
                </a:solidFill>
                <a:latin typeface="Cambria Math"/>
                <a:ea typeface="+mn-lt"/>
                <a:cs typeface="+mn-lt"/>
              </a:rPr>
              <a:t>, while Newspaper has a </a:t>
            </a:r>
            <a:r>
              <a:rPr lang="en-US" b="1" dirty="0">
                <a:solidFill>
                  <a:schemeClr val="accent6">
                    <a:lumMod val="49000"/>
                  </a:schemeClr>
                </a:solidFill>
                <a:latin typeface="Cambria Math"/>
                <a:ea typeface="+mn-lt"/>
                <a:cs typeface="+mn-lt"/>
              </a:rPr>
              <a:t>weak correlation (0.16),</a:t>
            </a:r>
            <a:r>
              <a:rPr lang="en-US" dirty="0">
                <a:solidFill>
                  <a:schemeClr val="accent6">
                    <a:lumMod val="49000"/>
                  </a:schemeClr>
                </a:solidFill>
                <a:latin typeface="Cambria Math"/>
                <a:ea typeface="+mn-lt"/>
                <a:cs typeface="+mn-lt"/>
              </a:rPr>
              <a:t> indicating limited impact. Therefore, among the three advertising mediums, TV appears to be the most effective in driving sales. Businesses should consider allocating more budget to TV advertising for better returns.</a:t>
            </a:r>
            <a:endParaRPr lang="en-US" dirty="0">
              <a:solidFill>
                <a:schemeClr val="accent6">
                  <a:lumMod val="49000"/>
                </a:schemeClr>
              </a:solidFill>
              <a:latin typeface="Cambria Math"/>
            </a:endParaRPr>
          </a:p>
        </p:txBody>
      </p:sp>
      <p:pic>
        <p:nvPicPr>
          <p:cNvPr id="8" name="Picture Placeholder 7" descr="A screenshot of a graph&#10;&#10;AI-generated content may be incorrect.">
            <a:extLst>
              <a:ext uri="{FF2B5EF4-FFF2-40B4-BE49-F238E27FC236}">
                <a16:creationId xmlns:a16="http://schemas.microsoft.com/office/drawing/2014/main" id="{4795332E-C78F-A83A-F8D0-1C23B563BC27}"/>
              </a:ext>
            </a:extLst>
          </p:cNvPr>
          <p:cNvPicPr>
            <a:picLocks noGrp="1" noChangeAspect="1"/>
          </p:cNvPicPr>
          <p:nvPr>
            <p:ph type="pic" sz="quarter" idx="14"/>
          </p:nvPr>
        </p:nvPicPr>
        <p:blipFill>
          <a:blip r:embed="rId2"/>
          <a:srcRect t="1335" b="1335"/>
          <a:stretch>
            <a:fillRect/>
          </a:stretch>
        </p:blipFill>
        <p:spPr>
          <a:xfrm>
            <a:off x="3690" y="1717312"/>
            <a:ext cx="5009524" cy="2970902"/>
          </a:xfrm>
          <a:prstGeom prst="rect">
            <a:avLst/>
          </a:prstGeom>
          <a:ln>
            <a:noFill/>
          </a:ln>
          <a:effectLst>
            <a:outerShdw blurRad="292100" dist="139700" dir="2700000" algn="tl" rotWithShape="0">
              <a:srgbClr val="333333">
                <a:alpha val="0"/>
              </a:srgbClr>
            </a:outerShdw>
          </a:effectLst>
        </p:spPr>
      </p:pic>
      <p:pic>
        <p:nvPicPr>
          <p:cNvPr id="7" name="Picture 6" descr="A black background with white numbers&#10;&#10;AI-generated content may be incorrect.">
            <a:extLst>
              <a:ext uri="{FF2B5EF4-FFF2-40B4-BE49-F238E27FC236}">
                <a16:creationId xmlns:a16="http://schemas.microsoft.com/office/drawing/2014/main" id="{983EC93A-071D-B482-0990-6F303FD45787}"/>
              </a:ext>
            </a:extLst>
          </p:cNvPr>
          <p:cNvPicPr>
            <a:picLocks noChangeAspect="1"/>
          </p:cNvPicPr>
          <p:nvPr/>
        </p:nvPicPr>
        <p:blipFill>
          <a:blip r:embed="rId3"/>
          <a:stretch>
            <a:fillRect/>
          </a:stretch>
        </p:blipFill>
        <p:spPr>
          <a:xfrm>
            <a:off x="1580515" y="396653"/>
            <a:ext cx="4519930" cy="1208212"/>
          </a:xfrm>
          <a:prstGeom prst="rect">
            <a:avLst/>
          </a:prstGeom>
        </p:spPr>
      </p:pic>
    </p:spTree>
    <p:extLst>
      <p:ext uri="{BB962C8B-B14F-4D97-AF65-F5344CB8AC3E}">
        <p14:creationId xmlns:p14="http://schemas.microsoft.com/office/powerpoint/2010/main" val="2539250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BB71B-2430-5B13-3BC1-30686AA61E74}"/>
            </a:ext>
          </a:extLst>
        </p:cNvPr>
        <p:cNvGrpSpPr/>
        <p:nvPr/>
      </p:nvGrpSpPr>
      <p:grpSpPr>
        <a:xfrm>
          <a:off x="0" y="0"/>
          <a:ext cx="0" cy="0"/>
          <a:chOff x="0" y="0"/>
          <a:chExt cx="0" cy="0"/>
        </a:xfrm>
      </p:grpSpPr>
      <p:pic>
        <p:nvPicPr>
          <p:cNvPr id="9" name="Picture Placeholder 8" descr="A screenshot of a computer program&#10;&#10;AI-generated content may be incorrect.">
            <a:extLst>
              <a:ext uri="{FF2B5EF4-FFF2-40B4-BE49-F238E27FC236}">
                <a16:creationId xmlns:a16="http://schemas.microsoft.com/office/drawing/2014/main" id="{F80BC80E-2E4C-65B7-725F-BAC936E5C824}"/>
              </a:ext>
            </a:extLst>
          </p:cNvPr>
          <p:cNvPicPr>
            <a:picLocks noGrp="1" noChangeAspect="1"/>
          </p:cNvPicPr>
          <p:nvPr>
            <p:ph type="pic" sz="quarter" idx="11"/>
          </p:nvPr>
        </p:nvPicPr>
        <p:blipFill>
          <a:blip r:embed="rId2"/>
          <a:srcRect l="3741" r="3741"/>
          <a:stretch/>
        </p:blipFill>
        <p:spPr>
          <a:xfrm>
            <a:off x="502920" y="1711864"/>
            <a:ext cx="9575800" cy="4578288"/>
          </a:xfrm>
        </p:spPr>
      </p:pic>
      <p:sp>
        <p:nvSpPr>
          <p:cNvPr id="3" name="Title 2">
            <a:extLst>
              <a:ext uri="{FF2B5EF4-FFF2-40B4-BE49-F238E27FC236}">
                <a16:creationId xmlns:a16="http://schemas.microsoft.com/office/drawing/2014/main" id="{690865FB-4284-F306-AB42-F7FE8D19DFD4}"/>
              </a:ext>
            </a:extLst>
          </p:cNvPr>
          <p:cNvSpPr>
            <a:spLocks noGrp="1"/>
          </p:cNvSpPr>
          <p:nvPr>
            <p:ph type="title"/>
          </p:nvPr>
        </p:nvSpPr>
        <p:spPr>
          <a:xfrm>
            <a:off x="505968" y="831088"/>
            <a:ext cx="6931152" cy="557784"/>
          </a:xfrm>
        </p:spPr>
        <p:txBody>
          <a:bodyPr/>
          <a:lstStyle/>
          <a:p>
            <a:r>
              <a:rPr lang="en-US" sz="3200" dirty="0"/>
              <a:t>Question-4</a:t>
            </a:r>
          </a:p>
        </p:txBody>
      </p:sp>
      <p:sp>
        <p:nvSpPr>
          <p:cNvPr id="11" name="Rectangle 10">
            <a:extLst>
              <a:ext uri="{FF2B5EF4-FFF2-40B4-BE49-F238E27FC236}">
                <a16:creationId xmlns:a16="http://schemas.microsoft.com/office/drawing/2014/main" id="{E258615A-818B-A606-0819-2803FAB50DDE}"/>
              </a:ext>
            </a:extLst>
          </p:cNvPr>
          <p:cNvSpPr/>
          <p:nvPr/>
        </p:nvSpPr>
        <p:spPr>
          <a:xfrm>
            <a:off x="4247515" y="3531235"/>
            <a:ext cx="7853680" cy="205232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569E1B01-4E75-5CFF-6F5F-ECC6C93C6C94}"/>
              </a:ext>
            </a:extLst>
          </p:cNvPr>
          <p:cNvSpPr>
            <a:spLocks noGrp="1"/>
          </p:cNvSpPr>
          <p:nvPr>
            <p:ph type="body" sz="quarter" idx="10"/>
          </p:nvPr>
        </p:nvSpPr>
        <p:spPr>
          <a:xfrm>
            <a:off x="4336287" y="3720592"/>
            <a:ext cx="7622032" cy="2062480"/>
          </a:xfrm>
        </p:spPr>
        <p:txBody>
          <a:bodyPr vert="horz" lIns="0" tIns="0" rIns="0" bIns="0" rtlCol="0" anchor="t">
            <a:noAutofit/>
          </a:bodyPr>
          <a:lstStyle/>
          <a:p>
            <a:pPr algn="r">
              <a:lnSpc>
                <a:spcPct val="100000"/>
              </a:lnSpc>
            </a:pPr>
            <a:r>
              <a:rPr lang="en-US" sz="2800" dirty="0">
                <a:solidFill>
                  <a:schemeClr val="accent6">
                    <a:lumMod val="49000"/>
                  </a:schemeClr>
                </a:solidFill>
                <a:latin typeface="Californian FB"/>
                <a:ea typeface="+mn-lt"/>
                <a:cs typeface="+mn-lt"/>
              </a:rPr>
              <a:t>Plot a linear regression line that includes all variables (TV, Radio, Newspaper) to predict Sales, and visualize the model's predictions against the actual sales values.</a:t>
            </a:r>
            <a:endParaRPr lang="en-US" sz="2800">
              <a:solidFill>
                <a:schemeClr val="accent6">
                  <a:lumMod val="49000"/>
                </a:schemeClr>
              </a:solidFill>
              <a:latin typeface="Californian FB"/>
              <a:ea typeface="Cambria Math"/>
            </a:endParaRPr>
          </a:p>
          <a:p>
            <a:pPr algn="r">
              <a:lnSpc>
                <a:spcPct val="100000"/>
              </a:lnSpc>
            </a:pPr>
            <a:endParaRPr lang="en-US" sz="2400" dirty="0">
              <a:solidFill>
                <a:schemeClr val="accent6">
                  <a:lumMod val="49000"/>
                </a:schemeClr>
              </a:solidFill>
              <a:latin typeface="Aptos Light"/>
            </a:endParaRPr>
          </a:p>
          <a:p>
            <a:pPr algn="r">
              <a:lnSpc>
                <a:spcPct val="100000"/>
              </a:lnSpc>
            </a:pPr>
            <a:endParaRPr lang="en-US" sz="3600" dirty="0">
              <a:solidFill>
                <a:schemeClr val="accent6">
                  <a:lumMod val="49000"/>
                </a:schemeClr>
              </a:solidFill>
              <a:latin typeface="Californian FB"/>
            </a:endParaRPr>
          </a:p>
        </p:txBody>
      </p:sp>
    </p:spTree>
    <p:extLst>
      <p:ext uri="{BB962C8B-B14F-4D97-AF65-F5344CB8AC3E}">
        <p14:creationId xmlns:p14="http://schemas.microsoft.com/office/powerpoint/2010/main" val="1276562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D14B7-0C10-5596-FC68-C56BDF798F0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F19BA91-4810-96C8-54D3-40EB4C0828D6}"/>
              </a:ext>
            </a:extLst>
          </p:cNvPr>
          <p:cNvSpPr/>
          <p:nvPr/>
        </p:nvSpPr>
        <p:spPr>
          <a:xfrm>
            <a:off x="0" y="29875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CEAB80AB-64EE-FD56-71B7-0C50764CCCF0}"/>
              </a:ext>
            </a:extLst>
          </p:cNvPr>
          <p:cNvSpPr>
            <a:spLocks noGrp="1"/>
          </p:cNvSpPr>
          <p:nvPr>
            <p:ph type="title"/>
          </p:nvPr>
        </p:nvSpPr>
        <p:spPr>
          <a:xfrm>
            <a:off x="64549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68D24F7C-FC8B-0350-82E7-847CA7824079}"/>
              </a:ext>
            </a:extLst>
          </p:cNvPr>
          <p:cNvSpPr>
            <a:spLocks noGrp="1"/>
          </p:cNvSpPr>
          <p:nvPr>
            <p:ph type="sldNum" sz="quarter" idx="11"/>
          </p:nvPr>
        </p:nvSpPr>
        <p:spPr/>
        <p:txBody>
          <a:bodyPr/>
          <a:lstStyle/>
          <a:p>
            <a:fld id="{B67B645E-C5E5-4727-B977-D372A0AA71D9}" type="slidenum">
              <a:rPr lang="en-US" smtClean="0"/>
              <a:pPr/>
              <a:t>10</a:t>
            </a:fld>
            <a:endParaRPr lang="en-US" dirty="0"/>
          </a:p>
        </p:txBody>
      </p:sp>
      <p:sp>
        <p:nvSpPr>
          <p:cNvPr id="10" name="Content Placeholder 9">
            <a:extLst>
              <a:ext uri="{FF2B5EF4-FFF2-40B4-BE49-F238E27FC236}">
                <a16:creationId xmlns:a16="http://schemas.microsoft.com/office/drawing/2014/main" id="{02A08C91-63F8-7140-5850-04DC11613726}"/>
              </a:ext>
            </a:extLst>
          </p:cNvPr>
          <p:cNvSpPr>
            <a:spLocks noGrp="1"/>
          </p:cNvSpPr>
          <p:nvPr>
            <p:ph sz="quarter" idx="13"/>
          </p:nvPr>
        </p:nvSpPr>
        <p:spPr>
          <a:xfrm>
            <a:off x="6450582" y="678065"/>
            <a:ext cx="5305843" cy="2523461"/>
          </a:xfrm>
        </p:spPr>
        <p:txBody>
          <a:bodyPr vert="horz" lIns="0" tIns="0" rIns="0" bIns="0" rtlCol="0" anchor="t">
            <a:noAutofit/>
          </a:bodyPr>
          <a:lstStyle/>
          <a:p>
            <a:pPr marL="347345" indent="-347345" algn="just"/>
            <a:r>
              <a:rPr lang="en-US" sz="1800" dirty="0">
                <a:solidFill>
                  <a:schemeClr val="accent6">
                    <a:lumMod val="49000"/>
                  </a:schemeClr>
                </a:solidFill>
                <a:latin typeface="Cambria Math"/>
                <a:ea typeface="Cambria Math"/>
              </a:rPr>
              <a:t>Define variables x and y for the linear regression model.</a:t>
            </a:r>
          </a:p>
          <a:p>
            <a:pPr marL="347345" indent="-347345" algn="just"/>
            <a:r>
              <a:rPr lang="en-US" sz="1800" dirty="0">
                <a:solidFill>
                  <a:schemeClr val="accent6">
                    <a:lumMod val="49000"/>
                  </a:schemeClr>
                </a:solidFill>
                <a:latin typeface="Cambria Math"/>
                <a:ea typeface="Cambria Math"/>
              </a:rPr>
              <a:t>Splitting the data into training set and testing set.</a:t>
            </a:r>
          </a:p>
          <a:p>
            <a:pPr marL="347345" indent="-347345" algn="just"/>
            <a:r>
              <a:rPr lang="en-US" sz="1800" dirty="0">
                <a:solidFill>
                  <a:schemeClr val="accent6">
                    <a:lumMod val="49000"/>
                  </a:schemeClr>
                </a:solidFill>
                <a:latin typeface="Cambria Math"/>
                <a:ea typeface="Cambria Math"/>
              </a:rPr>
              <a:t>Training the dataset using linear regression model and finding the predicted y variable.</a:t>
            </a:r>
          </a:p>
          <a:p>
            <a:pPr marL="347345" indent="-347345" algn="just"/>
            <a:r>
              <a:rPr lang="en-US" sz="1800" dirty="0">
                <a:solidFill>
                  <a:schemeClr val="accent6">
                    <a:lumMod val="49000"/>
                  </a:schemeClr>
                </a:solidFill>
                <a:latin typeface="Cambria Math"/>
                <a:ea typeface="Cambria Math"/>
              </a:rPr>
              <a:t>Plotting the predicted values against the actual values according to dataset.</a:t>
            </a:r>
          </a:p>
        </p:txBody>
      </p:sp>
      <p:sp>
        <p:nvSpPr>
          <p:cNvPr id="12" name="TextBox 11">
            <a:extLst>
              <a:ext uri="{FF2B5EF4-FFF2-40B4-BE49-F238E27FC236}">
                <a16:creationId xmlns:a16="http://schemas.microsoft.com/office/drawing/2014/main" id="{E1C30395-AA98-8E14-0D46-69C55C9507CD}"/>
              </a:ext>
            </a:extLst>
          </p:cNvPr>
          <p:cNvSpPr txBox="1"/>
          <p:nvPr/>
        </p:nvSpPr>
        <p:spPr>
          <a:xfrm>
            <a:off x="4233" y="403182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51EF614F-D681-2F34-1ED4-72BAEAC85730}"/>
              </a:ext>
            </a:extLst>
          </p:cNvPr>
          <p:cNvSpPr txBox="1"/>
          <p:nvPr/>
        </p:nvSpPr>
        <p:spPr>
          <a:xfrm>
            <a:off x="3212" y="4638801"/>
            <a:ext cx="587586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solidFill>
                  <a:srgbClr val="0A4B9D"/>
                </a:solidFill>
                <a:latin typeface="Cambria Math"/>
                <a:ea typeface="Cambria Math"/>
                <a:cs typeface="Arial"/>
              </a:rPr>
              <a:t>The red dashed line represents y=x i.e., when the model is 100% accurate-all the predicted values match the sales dataset. </a:t>
            </a:r>
          </a:p>
          <a:p>
            <a:pPr marL="285750" indent="-285750" algn="just">
              <a:buFont typeface="Arial"/>
              <a:buChar char="•"/>
            </a:pPr>
            <a:r>
              <a:rPr lang="en-US" dirty="0">
                <a:solidFill>
                  <a:srgbClr val="0A4B9D"/>
                </a:solidFill>
                <a:latin typeface="Cambria Math"/>
                <a:ea typeface="Cambria Math"/>
                <a:cs typeface="Arial"/>
              </a:rPr>
              <a:t>The blue dots are the predicted sales value by the linear regression model.</a:t>
            </a:r>
          </a:p>
          <a:p>
            <a:pPr marL="285750" indent="-285750" algn="just">
              <a:buFont typeface="Arial"/>
              <a:buChar char="•"/>
            </a:pPr>
            <a:r>
              <a:rPr lang="en-US" dirty="0">
                <a:solidFill>
                  <a:srgbClr val="0A4B9D"/>
                </a:solidFill>
                <a:latin typeface="Cambria Math"/>
                <a:ea typeface="Cambria Math"/>
                <a:cs typeface="Arial"/>
              </a:rPr>
              <a:t>The closeness to the red line indicates the accuracy of the model.</a:t>
            </a:r>
          </a:p>
        </p:txBody>
      </p:sp>
      <p:sp>
        <p:nvSpPr>
          <p:cNvPr id="16" name="Rectangle 15">
            <a:extLst>
              <a:ext uri="{FF2B5EF4-FFF2-40B4-BE49-F238E27FC236}">
                <a16:creationId xmlns:a16="http://schemas.microsoft.com/office/drawing/2014/main" id="{603AC087-BD0C-232E-43AB-8BF4DE1E1AA9}"/>
              </a:ext>
            </a:extLst>
          </p:cNvPr>
          <p:cNvSpPr/>
          <p:nvPr/>
        </p:nvSpPr>
        <p:spPr>
          <a:xfrm>
            <a:off x="4114801" y="294217"/>
            <a:ext cx="1983315" cy="394595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TextBox 13">
            <a:extLst>
              <a:ext uri="{FF2B5EF4-FFF2-40B4-BE49-F238E27FC236}">
                <a16:creationId xmlns:a16="http://schemas.microsoft.com/office/drawing/2014/main" id="{798CB748-ED69-5DCB-7A75-7598992AE3D4}"/>
              </a:ext>
            </a:extLst>
          </p:cNvPr>
          <p:cNvSpPr txBox="1"/>
          <p:nvPr/>
        </p:nvSpPr>
        <p:spPr>
          <a:xfrm>
            <a:off x="6399106" y="331167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65286B2B-BBDE-6F08-2138-5BBCDE6947A5}"/>
              </a:ext>
            </a:extLst>
          </p:cNvPr>
          <p:cNvSpPr txBox="1"/>
          <p:nvPr/>
        </p:nvSpPr>
        <p:spPr>
          <a:xfrm>
            <a:off x="6394027" y="3898053"/>
            <a:ext cx="530648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mn-lt"/>
                <a:cs typeface="+mn-lt"/>
              </a:rPr>
              <a:t>The linear regression model performs well, with predicted sales values closely matching actual values. The strong alignment with the red line suggests the model effectively captures the relationship between advertising and sales. Also, the upward trend confirms that the model has learned the positive relationship between input features (TV, Radio, Newspaper) and Sales.</a:t>
            </a:r>
          </a:p>
        </p:txBody>
      </p:sp>
      <p:pic>
        <p:nvPicPr>
          <p:cNvPr id="8" name="Picture Placeholder 7" descr="A line graph with blue dots&#10;&#10;AI-generated content may be incorrect.">
            <a:extLst>
              <a:ext uri="{FF2B5EF4-FFF2-40B4-BE49-F238E27FC236}">
                <a16:creationId xmlns:a16="http://schemas.microsoft.com/office/drawing/2014/main" id="{B21D9E57-F674-27B3-5F04-37BEE91A958F}"/>
              </a:ext>
            </a:extLst>
          </p:cNvPr>
          <p:cNvPicPr>
            <a:picLocks noGrp="1" noChangeAspect="1"/>
          </p:cNvPicPr>
          <p:nvPr>
            <p:ph type="pic" sz="quarter" idx="14"/>
          </p:nvPr>
        </p:nvPicPr>
        <p:blipFill>
          <a:blip r:embed="rId2"/>
          <a:srcRect l="8626" r="8626"/>
          <a:stretch>
            <a:fillRect/>
          </a:stretch>
        </p:blipFill>
        <p:spPr>
          <a:xfrm>
            <a:off x="0" y="680992"/>
            <a:ext cx="5111120" cy="3093831"/>
          </a:xfrm>
          <a:prstGeom prst="rect">
            <a:avLst/>
          </a:prstGeom>
          <a:ln>
            <a:noFill/>
          </a:ln>
          <a:effectLst>
            <a:outerShdw blurRad="292100" dist="139700" dir="2700000" algn="tl" rotWithShape="0">
              <a:srgbClr val="333333">
                <a:alpha val="0"/>
              </a:srgbClr>
            </a:outerShdw>
          </a:effectLst>
        </p:spPr>
      </p:pic>
    </p:spTree>
    <p:extLst>
      <p:ext uri="{BB962C8B-B14F-4D97-AF65-F5344CB8AC3E}">
        <p14:creationId xmlns:p14="http://schemas.microsoft.com/office/powerpoint/2010/main" val="2478875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EAFE6-0FE8-3F8F-E610-442D0D46F15F}"/>
            </a:ext>
          </a:extLst>
        </p:cNvPr>
        <p:cNvGrpSpPr/>
        <p:nvPr/>
      </p:nvGrpSpPr>
      <p:grpSpPr>
        <a:xfrm>
          <a:off x="0" y="0"/>
          <a:ext cx="0" cy="0"/>
          <a:chOff x="0" y="0"/>
          <a:chExt cx="0" cy="0"/>
        </a:xfrm>
      </p:grpSpPr>
      <p:pic>
        <p:nvPicPr>
          <p:cNvPr id="9" name="Picture Placeholder 8" descr="A screen shot of a computer program&#10;&#10;AI-generated content may be incorrect.">
            <a:extLst>
              <a:ext uri="{FF2B5EF4-FFF2-40B4-BE49-F238E27FC236}">
                <a16:creationId xmlns:a16="http://schemas.microsoft.com/office/drawing/2014/main" id="{77155E77-4E34-6001-FB30-7842972C9AD9}"/>
              </a:ext>
            </a:extLst>
          </p:cNvPr>
          <p:cNvPicPr>
            <a:picLocks noGrp="1" noChangeAspect="1"/>
          </p:cNvPicPr>
          <p:nvPr>
            <p:ph type="pic" sz="quarter" idx="11"/>
          </p:nvPr>
        </p:nvPicPr>
        <p:blipFill>
          <a:blip r:embed="rId2"/>
          <a:srcRect l="8277" r="8277"/>
          <a:stretch/>
        </p:blipFill>
        <p:spPr>
          <a:xfrm>
            <a:off x="502920" y="1711864"/>
            <a:ext cx="9768840" cy="2952688"/>
          </a:xfrm>
        </p:spPr>
      </p:pic>
      <p:sp>
        <p:nvSpPr>
          <p:cNvPr id="3" name="Title 2">
            <a:extLst>
              <a:ext uri="{FF2B5EF4-FFF2-40B4-BE49-F238E27FC236}">
                <a16:creationId xmlns:a16="http://schemas.microsoft.com/office/drawing/2014/main" id="{E60E1346-5629-D94B-8ED4-D47AB1EA2D5C}"/>
              </a:ext>
            </a:extLst>
          </p:cNvPr>
          <p:cNvSpPr>
            <a:spLocks noGrp="1"/>
          </p:cNvSpPr>
          <p:nvPr>
            <p:ph type="title"/>
          </p:nvPr>
        </p:nvSpPr>
        <p:spPr>
          <a:xfrm>
            <a:off x="505968" y="831088"/>
            <a:ext cx="6931152" cy="557784"/>
          </a:xfrm>
        </p:spPr>
        <p:txBody>
          <a:bodyPr/>
          <a:lstStyle/>
          <a:p>
            <a:r>
              <a:rPr lang="en-US" sz="3200" dirty="0"/>
              <a:t>Question-5</a:t>
            </a:r>
          </a:p>
        </p:txBody>
      </p:sp>
      <p:sp>
        <p:nvSpPr>
          <p:cNvPr id="11" name="Rectangle 10">
            <a:extLst>
              <a:ext uri="{FF2B5EF4-FFF2-40B4-BE49-F238E27FC236}">
                <a16:creationId xmlns:a16="http://schemas.microsoft.com/office/drawing/2014/main" id="{12AA004B-AB6A-5309-86CC-A5E1328243C8}"/>
              </a:ext>
            </a:extLst>
          </p:cNvPr>
          <p:cNvSpPr/>
          <p:nvPr/>
        </p:nvSpPr>
        <p:spPr>
          <a:xfrm>
            <a:off x="3119755" y="4354195"/>
            <a:ext cx="8869680" cy="166624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BC505C42-3AB8-6FDB-FFD7-B8D1894814EA}"/>
              </a:ext>
            </a:extLst>
          </p:cNvPr>
          <p:cNvSpPr>
            <a:spLocks noGrp="1"/>
          </p:cNvSpPr>
          <p:nvPr>
            <p:ph type="body" sz="quarter" idx="10"/>
          </p:nvPr>
        </p:nvSpPr>
        <p:spPr>
          <a:xfrm>
            <a:off x="3005327" y="4462272"/>
            <a:ext cx="8861552" cy="4480560"/>
          </a:xfrm>
        </p:spPr>
        <p:txBody>
          <a:bodyPr vert="horz" lIns="0" tIns="0" rIns="0" bIns="0" rtlCol="0" anchor="t">
            <a:noAutofit/>
          </a:bodyPr>
          <a:lstStyle/>
          <a:p>
            <a:pPr algn="r">
              <a:lnSpc>
                <a:spcPct val="100000"/>
              </a:lnSpc>
            </a:pPr>
            <a:r>
              <a:rPr lang="en-US" sz="3200" dirty="0">
                <a:solidFill>
                  <a:schemeClr val="accent6">
                    <a:lumMod val="49000"/>
                  </a:schemeClr>
                </a:solidFill>
                <a:latin typeface="Californian FB"/>
                <a:ea typeface="+mn-lt"/>
                <a:cs typeface="+mn-lt"/>
              </a:rPr>
              <a:t>How would sales be predicted for a new set of advertising expenditures: $200 on TV, $40 on Radio, and $50 on Newspaper?</a:t>
            </a:r>
            <a:endParaRPr lang="en-US"/>
          </a:p>
          <a:p>
            <a:pPr algn="r">
              <a:lnSpc>
                <a:spcPct val="100000"/>
              </a:lnSpc>
            </a:pPr>
            <a:endParaRPr lang="en-US" sz="4000" dirty="0">
              <a:solidFill>
                <a:schemeClr val="accent6">
                  <a:lumMod val="49000"/>
                </a:schemeClr>
              </a:solidFill>
              <a:latin typeface="Californian FB"/>
              <a:ea typeface="+mn-lt"/>
              <a:cs typeface="+mn-lt"/>
            </a:endParaRPr>
          </a:p>
          <a:p>
            <a:pPr algn="r">
              <a:lnSpc>
                <a:spcPct val="100000"/>
              </a:lnSpc>
            </a:pPr>
            <a:endParaRPr lang="en-US" sz="2800" dirty="0">
              <a:solidFill>
                <a:schemeClr val="accent6">
                  <a:lumMod val="49000"/>
                </a:schemeClr>
              </a:solidFill>
              <a:latin typeface="Californian FB"/>
            </a:endParaRPr>
          </a:p>
          <a:p>
            <a:pPr algn="r">
              <a:lnSpc>
                <a:spcPct val="100000"/>
              </a:lnSpc>
            </a:pPr>
            <a:endParaRPr lang="en-US" sz="3600" dirty="0">
              <a:solidFill>
                <a:schemeClr val="accent6">
                  <a:lumMod val="49000"/>
                </a:schemeClr>
              </a:solidFill>
              <a:latin typeface="Californian FB"/>
            </a:endParaRPr>
          </a:p>
          <a:p>
            <a:endParaRPr lang="en-US" dirty="0">
              <a:solidFill>
                <a:schemeClr val="accent6">
                  <a:lumMod val="49000"/>
                </a:schemeClr>
              </a:solidFill>
            </a:endParaRPr>
          </a:p>
        </p:txBody>
      </p:sp>
    </p:spTree>
    <p:extLst>
      <p:ext uri="{BB962C8B-B14F-4D97-AF65-F5344CB8AC3E}">
        <p14:creationId xmlns:p14="http://schemas.microsoft.com/office/powerpoint/2010/main" val="2108497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703FC-C3A3-01D4-8444-0206C85921C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03CFB0F-6ED5-2F0D-3EEE-E2A71E14AB02}"/>
              </a:ext>
            </a:extLst>
          </p:cNvPr>
          <p:cNvSpPr/>
          <p:nvPr/>
        </p:nvSpPr>
        <p:spPr>
          <a:xfrm>
            <a:off x="0" y="298753"/>
            <a:ext cx="549804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F1FEA35E-FB72-507E-A68F-0E9ADCC68D30}"/>
              </a:ext>
            </a:extLst>
          </p:cNvPr>
          <p:cNvSpPr>
            <a:spLocks noGrp="1"/>
          </p:cNvSpPr>
          <p:nvPr>
            <p:ph type="title"/>
          </p:nvPr>
        </p:nvSpPr>
        <p:spPr>
          <a:xfrm>
            <a:off x="5916459" y="7040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24AECB8C-D080-86CF-53E8-1ED4A4544A7F}"/>
              </a:ext>
            </a:extLst>
          </p:cNvPr>
          <p:cNvSpPr>
            <a:spLocks noGrp="1"/>
          </p:cNvSpPr>
          <p:nvPr>
            <p:ph type="sldNum" sz="quarter" idx="11"/>
          </p:nvPr>
        </p:nvSpPr>
        <p:spPr/>
        <p:txBody>
          <a:bodyPr/>
          <a:lstStyle/>
          <a:p>
            <a:fld id="{B67B645E-C5E5-4727-B977-D372A0AA71D9}" type="slidenum">
              <a:rPr lang="en-US" smtClean="0"/>
              <a:pPr/>
              <a:t>12</a:t>
            </a:fld>
            <a:endParaRPr lang="en-US" dirty="0"/>
          </a:p>
        </p:txBody>
      </p:sp>
      <p:sp>
        <p:nvSpPr>
          <p:cNvPr id="10" name="Content Placeholder 9">
            <a:extLst>
              <a:ext uri="{FF2B5EF4-FFF2-40B4-BE49-F238E27FC236}">
                <a16:creationId xmlns:a16="http://schemas.microsoft.com/office/drawing/2014/main" id="{4A912D8B-FA81-7CD8-76EA-2602D44202B8}"/>
              </a:ext>
            </a:extLst>
          </p:cNvPr>
          <p:cNvSpPr>
            <a:spLocks noGrp="1"/>
          </p:cNvSpPr>
          <p:nvPr>
            <p:ph sz="quarter" idx="13"/>
          </p:nvPr>
        </p:nvSpPr>
        <p:spPr>
          <a:xfrm>
            <a:off x="5851142" y="1287665"/>
            <a:ext cx="5326163" cy="3427701"/>
          </a:xfrm>
        </p:spPr>
        <p:txBody>
          <a:bodyPr vert="horz" lIns="0" tIns="0" rIns="0" bIns="0" rtlCol="0" anchor="t">
            <a:noAutofit/>
          </a:bodyPr>
          <a:lstStyle/>
          <a:p>
            <a:pPr marL="347345" indent="-347345" algn="just"/>
            <a:r>
              <a:rPr lang="en-US" dirty="0">
                <a:solidFill>
                  <a:schemeClr val="accent6">
                    <a:lumMod val="49000"/>
                  </a:schemeClr>
                </a:solidFill>
                <a:latin typeface="Cambria Math"/>
                <a:ea typeface="Cambria Math"/>
              </a:rPr>
              <a:t>Create a new dataset for the given value of the independent variables.</a:t>
            </a:r>
          </a:p>
          <a:p>
            <a:pPr marL="347345" indent="-347345" algn="just"/>
            <a:r>
              <a:rPr lang="en-US" dirty="0">
                <a:solidFill>
                  <a:schemeClr val="accent6">
                    <a:lumMod val="49000"/>
                  </a:schemeClr>
                </a:solidFill>
                <a:latin typeface="Cambria Math"/>
                <a:ea typeface="Cambria Math"/>
              </a:rPr>
              <a:t>Using the previously trained model, the sales of the new dataset is predicted.</a:t>
            </a:r>
          </a:p>
          <a:p>
            <a:pPr marL="347345" indent="-347345" algn="just"/>
            <a:endParaRPr lang="en-US" dirty="0">
              <a:solidFill>
                <a:schemeClr val="accent6">
                  <a:lumMod val="49000"/>
                </a:schemeClr>
              </a:solidFill>
              <a:latin typeface="Cambria Math"/>
              <a:ea typeface="Cambria Math"/>
            </a:endParaRPr>
          </a:p>
        </p:txBody>
      </p:sp>
      <p:sp>
        <p:nvSpPr>
          <p:cNvPr id="16" name="Rectangle 15">
            <a:extLst>
              <a:ext uri="{FF2B5EF4-FFF2-40B4-BE49-F238E27FC236}">
                <a16:creationId xmlns:a16="http://schemas.microsoft.com/office/drawing/2014/main" id="{40FCA471-FF38-6430-C6AE-1AFBC0984BE6}"/>
              </a:ext>
            </a:extLst>
          </p:cNvPr>
          <p:cNvSpPr/>
          <p:nvPr/>
        </p:nvSpPr>
        <p:spPr>
          <a:xfrm>
            <a:off x="3515361" y="294217"/>
            <a:ext cx="1983315" cy="469779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8" name="Picture Placeholder 7" descr="A screen shot of a computer program&#10;&#10;AI-generated content may be incorrect.">
            <a:extLst>
              <a:ext uri="{FF2B5EF4-FFF2-40B4-BE49-F238E27FC236}">
                <a16:creationId xmlns:a16="http://schemas.microsoft.com/office/drawing/2014/main" id="{6F596A4B-A099-AD79-9A33-C56064E8FF9F}"/>
              </a:ext>
            </a:extLst>
          </p:cNvPr>
          <p:cNvPicPr>
            <a:picLocks noGrp="1" noChangeAspect="1"/>
          </p:cNvPicPr>
          <p:nvPr>
            <p:ph type="pic" sz="quarter" idx="14"/>
          </p:nvPr>
        </p:nvPicPr>
        <p:blipFill>
          <a:blip r:embed="rId2"/>
          <a:srcRect t="351" b="351"/>
          <a:stretch>
            <a:fillRect/>
          </a:stretch>
        </p:blipFill>
        <p:spPr>
          <a:xfrm>
            <a:off x="457200" y="3302272"/>
            <a:ext cx="11257920" cy="2819511"/>
          </a:xfrm>
          <a:prstGeom prst="rect">
            <a:avLst/>
          </a:prstGeom>
          <a:ln>
            <a:noFill/>
          </a:ln>
          <a:effectLst>
            <a:outerShdw blurRad="292100" dist="139700" dir="2700000" algn="tl" rotWithShape="0">
              <a:srgbClr val="333333">
                <a:alpha val="0"/>
              </a:srgbClr>
            </a:outerShdw>
          </a:effectLst>
        </p:spPr>
      </p:pic>
    </p:spTree>
    <p:extLst>
      <p:ext uri="{BB962C8B-B14F-4D97-AF65-F5344CB8AC3E}">
        <p14:creationId xmlns:p14="http://schemas.microsoft.com/office/powerpoint/2010/main" val="517124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6F8B6-6DD2-62BD-93E1-6307378236BC}"/>
            </a:ext>
          </a:extLst>
        </p:cNvPr>
        <p:cNvGrpSpPr/>
        <p:nvPr/>
      </p:nvGrpSpPr>
      <p:grpSpPr>
        <a:xfrm>
          <a:off x="0" y="0"/>
          <a:ext cx="0" cy="0"/>
          <a:chOff x="0" y="0"/>
          <a:chExt cx="0" cy="0"/>
        </a:xfrm>
      </p:grpSpPr>
      <p:pic>
        <p:nvPicPr>
          <p:cNvPr id="9" name="Picture Placeholder 8" descr="A screenshot of a computer program&#10;&#10;AI-generated content may be incorrect.">
            <a:extLst>
              <a:ext uri="{FF2B5EF4-FFF2-40B4-BE49-F238E27FC236}">
                <a16:creationId xmlns:a16="http://schemas.microsoft.com/office/drawing/2014/main" id="{258D695E-8B32-38B0-A908-28094679D424}"/>
              </a:ext>
            </a:extLst>
          </p:cNvPr>
          <p:cNvPicPr>
            <a:picLocks noGrp="1" noChangeAspect="1"/>
          </p:cNvPicPr>
          <p:nvPr>
            <p:ph type="pic" sz="quarter" idx="11"/>
          </p:nvPr>
        </p:nvPicPr>
        <p:blipFill>
          <a:blip r:embed="rId2"/>
          <a:srcRect l="1336" r="1336"/>
          <a:stretch/>
        </p:blipFill>
        <p:spPr>
          <a:xfrm>
            <a:off x="502920" y="1600104"/>
            <a:ext cx="7706360" cy="4578288"/>
          </a:xfrm>
        </p:spPr>
      </p:pic>
      <p:sp>
        <p:nvSpPr>
          <p:cNvPr id="3" name="Title 2">
            <a:extLst>
              <a:ext uri="{FF2B5EF4-FFF2-40B4-BE49-F238E27FC236}">
                <a16:creationId xmlns:a16="http://schemas.microsoft.com/office/drawing/2014/main" id="{C79E96D0-4A27-FF0F-FF9B-222F0DC8EF41}"/>
              </a:ext>
            </a:extLst>
          </p:cNvPr>
          <p:cNvSpPr>
            <a:spLocks noGrp="1"/>
          </p:cNvSpPr>
          <p:nvPr>
            <p:ph type="title"/>
          </p:nvPr>
        </p:nvSpPr>
        <p:spPr>
          <a:xfrm>
            <a:off x="505968" y="831088"/>
            <a:ext cx="6931152" cy="557784"/>
          </a:xfrm>
        </p:spPr>
        <p:txBody>
          <a:bodyPr/>
          <a:lstStyle/>
          <a:p>
            <a:r>
              <a:rPr lang="en-US" sz="3200" dirty="0"/>
              <a:t>Question-6</a:t>
            </a:r>
            <a:endParaRPr lang="en-US" dirty="0"/>
          </a:p>
        </p:txBody>
      </p:sp>
      <p:sp>
        <p:nvSpPr>
          <p:cNvPr id="11" name="Rectangle 10">
            <a:extLst>
              <a:ext uri="{FF2B5EF4-FFF2-40B4-BE49-F238E27FC236}">
                <a16:creationId xmlns:a16="http://schemas.microsoft.com/office/drawing/2014/main" id="{A089F16A-01C1-160C-712A-E013889DF81A}"/>
              </a:ext>
            </a:extLst>
          </p:cNvPr>
          <p:cNvSpPr/>
          <p:nvPr/>
        </p:nvSpPr>
        <p:spPr>
          <a:xfrm>
            <a:off x="3688715" y="2505075"/>
            <a:ext cx="8402320" cy="184912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00CDA9ED-93E8-A155-7BED-86E19CF8C9A3}"/>
              </a:ext>
            </a:extLst>
          </p:cNvPr>
          <p:cNvSpPr>
            <a:spLocks noGrp="1"/>
          </p:cNvSpPr>
          <p:nvPr>
            <p:ph type="body" sz="quarter" idx="10"/>
          </p:nvPr>
        </p:nvSpPr>
        <p:spPr>
          <a:xfrm>
            <a:off x="3686047" y="2826512"/>
            <a:ext cx="8231632" cy="4480560"/>
          </a:xfrm>
        </p:spPr>
        <p:txBody>
          <a:bodyPr vert="horz" lIns="0" tIns="0" rIns="0" bIns="0" rtlCol="0" anchor="t">
            <a:noAutofit/>
          </a:bodyPr>
          <a:lstStyle/>
          <a:p>
            <a:pPr algn="r"/>
            <a:r>
              <a:rPr lang="en-US" sz="3700">
                <a:solidFill>
                  <a:schemeClr val="accent6">
                    <a:lumMod val="49000"/>
                  </a:schemeClr>
                </a:solidFill>
                <a:latin typeface="Californian FB"/>
                <a:ea typeface="+mn-lt"/>
                <a:cs typeface="+mn-lt"/>
              </a:rPr>
              <a:t>How does the performance of the linear regression model change when the dataset is normalized?</a:t>
            </a:r>
            <a:endParaRPr lang="en-US">
              <a:solidFill>
                <a:schemeClr val="accent6">
                  <a:lumMod val="49000"/>
                </a:schemeClr>
              </a:solidFill>
              <a:latin typeface="Californian FB"/>
              <a:ea typeface="+mn-lt"/>
              <a:cs typeface="+mn-lt"/>
            </a:endParaRPr>
          </a:p>
          <a:p>
            <a:pPr algn="r">
              <a:lnSpc>
                <a:spcPct val="100000"/>
              </a:lnSpc>
            </a:pPr>
            <a:endParaRPr lang="en-US" sz="3700" dirty="0">
              <a:solidFill>
                <a:schemeClr val="accent6">
                  <a:lumMod val="49000"/>
                </a:schemeClr>
              </a:solidFill>
              <a:latin typeface="Californian FB"/>
              <a:ea typeface="+mn-lt"/>
              <a:cs typeface="+mn-lt"/>
            </a:endParaRPr>
          </a:p>
          <a:p>
            <a:pPr algn="r">
              <a:lnSpc>
                <a:spcPct val="100000"/>
              </a:lnSpc>
            </a:pPr>
            <a:endParaRPr lang="en-US" sz="3700" dirty="0">
              <a:solidFill>
                <a:schemeClr val="accent6">
                  <a:lumMod val="49000"/>
                </a:schemeClr>
              </a:solidFill>
              <a:latin typeface="Californian FB"/>
            </a:endParaRPr>
          </a:p>
          <a:p>
            <a:pPr algn="r">
              <a:lnSpc>
                <a:spcPct val="100000"/>
              </a:lnSpc>
            </a:pPr>
            <a:endParaRPr lang="en-US" sz="3700" dirty="0">
              <a:solidFill>
                <a:schemeClr val="accent6">
                  <a:lumMod val="49000"/>
                </a:schemeClr>
              </a:solidFill>
              <a:latin typeface="Californian FB"/>
            </a:endParaRPr>
          </a:p>
          <a:p>
            <a:endParaRPr lang="en-US" sz="3700" dirty="0">
              <a:solidFill>
                <a:schemeClr val="accent6">
                  <a:lumMod val="49000"/>
                </a:schemeClr>
              </a:solidFill>
            </a:endParaRPr>
          </a:p>
        </p:txBody>
      </p:sp>
    </p:spTree>
    <p:extLst>
      <p:ext uri="{BB962C8B-B14F-4D97-AF65-F5344CB8AC3E}">
        <p14:creationId xmlns:p14="http://schemas.microsoft.com/office/powerpoint/2010/main" val="1227792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F334D-C953-59CD-08DD-3A04E2C81E92}"/>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06A9195-D112-022B-AB6A-8D94C87D1674}"/>
              </a:ext>
            </a:extLst>
          </p:cNvPr>
          <p:cNvSpPr/>
          <p:nvPr/>
        </p:nvSpPr>
        <p:spPr>
          <a:xfrm>
            <a:off x="0" y="298753"/>
            <a:ext cx="596540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DB1E8661-53CB-21EA-811C-8CA84848126A}"/>
              </a:ext>
            </a:extLst>
          </p:cNvPr>
          <p:cNvSpPr>
            <a:spLocks noGrp="1"/>
          </p:cNvSpPr>
          <p:nvPr>
            <p:ph type="title"/>
          </p:nvPr>
        </p:nvSpPr>
        <p:spPr>
          <a:xfrm>
            <a:off x="64041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A79F2344-4835-6ACD-A92F-7DB57887FC27}"/>
              </a:ext>
            </a:extLst>
          </p:cNvPr>
          <p:cNvSpPr>
            <a:spLocks noGrp="1"/>
          </p:cNvSpPr>
          <p:nvPr>
            <p:ph type="sldNum" sz="quarter" idx="11"/>
          </p:nvPr>
        </p:nvSpPr>
        <p:spPr/>
        <p:txBody>
          <a:bodyPr/>
          <a:lstStyle/>
          <a:p>
            <a:fld id="{B67B645E-C5E5-4727-B977-D372A0AA71D9}" type="slidenum">
              <a:rPr lang="en-US" smtClean="0"/>
              <a:pPr/>
              <a:t>14</a:t>
            </a:fld>
            <a:endParaRPr lang="en-US" dirty="0"/>
          </a:p>
        </p:txBody>
      </p:sp>
      <p:sp>
        <p:nvSpPr>
          <p:cNvPr id="10" name="Content Placeholder 9">
            <a:extLst>
              <a:ext uri="{FF2B5EF4-FFF2-40B4-BE49-F238E27FC236}">
                <a16:creationId xmlns:a16="http://schemas.microsoft.com/office/drawing/2014/main" id="{14C47182-7128-FFC6-F9B1-E6F2B5017F06}"/>
              </a:ext>
            </a:extLst>
          </p:cNvPr>
          <p:cNvSpPr>
            <a:spLocks noGrp="1"/>
          </p:cNvSpPr>
          <p:nvPr>
            <p:ph sz="quarter" idx="13"/>
          </p:nvPr>
        </p:nvSpPr>
        <p:spPr>
          <a:xfrm>
            <a:off x="6094982" y="576465"/>
            <a:ext cx="6088163" cy="2523461"/>
          </a:xfrm>
        </p:spPr>
        <p:txBody>
          <a:bodyPr vert="horz" lIns="0" tIns="0" rIns="0" bIns="0" rtlCol="0" anchor="t">
            <a:noAutofit/>
          </a:bodyPr>
          <a:lstStyle/>
          <a:p>
            <a:pPr marL="347345" indent="-347345" algn="just"/>
            <a:r>
              <a:rPr lang="en-US" sz="1800" dirty="0">
                <a:solidFill>
                  <a:schemeClr val="accent6">
                    <a:lumMod val="49000"/>
                  </a:schemeClr>
                </a:solidFill>
                <a:latin typeface="Cambria Math"/>
                <a:ea typeface="Cambria Math"/>
              </a:rPr>
              <a:t>Normalizing the dataset using the formula:</a:t>
            </a:r>
            <a:endParaRPr lang="en-US"/>
          </a:p>
        </p:txBody>
      </p:sp>
      <p:sp>
        <p:nvSpPr>
          <p:cNvPr id="12" name="TextBox 11">
            <a:extLst>
              <a:ext uri="{FF2B5EF4-FFF2-40B4-BE49-F238E27FC236}">
                <a16:creationId xmlns:a16="http://schemas.microsoft.com/office/drawing/2014/main" id="{99658482-D8AD-E81A-AD71-F7F93DD701E6}"/>
              </a:ext>
            </a:extLst>
          </p:cNvPr>
          <p:cNvSpPr txBox="1"/>
          <p:nvPr/>
        </p:nvSpPr>
        <p:spPr>
          <a:xfrm>
            <a:off x="115993" y="411310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01768136-5D21-2F80-DBE4-23F3533669FC}"/>
              </a:ext>
            </a:extLst>
          </p:cNvPr>
          <p:cNvSpPr txBox="1"/>
          <p:nvPr/>
        </p:nvSpPr>
        <p:spPr>
          <a:xfrm>
            <a:off x="3212" y="4506721"/>
            <a:ext cx="5713307"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solidFill>
                  <a:srgbClr val="0A4B9D"/>
                </a:solidFill>
                <a:latin typeface="Cambria Math"/>
                <a:ea typeface="Cambria Math"/>
                <a:cs typeface="Arial"/>
              </a:rPr>
              <a:t>The plot of normalized dataset is same as the graph of the original dataset.</a:t>
            </a:r>
          </a:p>
          <a:p>
            <a:pPr marL="285750" indent="-285750" algn="just">
              <a:buFont typeface="Arial"/>
              <a:buChar char="•"/>
            </a:pPr>
            <a:r>
              <a:rPr lang="en-US" dirty="0">
                <a:solidFill>
                  <a:srgbClr val="0A4B9D"/>
                </a:solidFill>
                <a:latin typeface="Cambria Math"/>
                <a:ea typeface="Cambria Math"/>
                <a:cs typeface="Arial"/>
              </a:rPr>
              <a:t>R^2(coefficient of determination): </a:t>
            </a:r>
            <a:r>
              <a:rPr lang="en-US" dirty="0">
                <a:solidFill>
                  <a:srgbClr val="0A4B9D"/>
                </a:solidFill>
                <a:latin typeface="Cambria Math"/>
                <a:ea typeface="+mn-lt"/>
                <a:cs typeface="+mn-lt"/>
              </a:rPr>
              <a:t>Measures how well the independent variables explain the variation in the dependent variable.</a:t>
            </a:r>
          </a:p>
          <a:p>
            <a:pPr marL="285750" indent="-285750" algn="just">
              <a:buFont typeface="Arial"/>
              <a:buChar char="•"/>
            </a:pPr>
            <a:r>
              <a:rPr lang="en-US" dirty="0">
                <a:solidFill>
                  <a:srgbClr val="0A4B9D"/>
                </a:solidFill>
                <a:latin typeface="Cambria Math"/>
                <a:ea typeface="Cambria Math"/>
                <a:cs typeface="Arial"/>
              </a:rPr>
              <a:t>MSE(Mean squared error): </a:t>
            </a:r>
            <a:r>
              <a:rPr lang="en-US" dirty="0">
                <a:solidFill>
                  <a:srgbClr val="0A4B9D"/>
                </a:solidFill>
                <a:latin typeface="Cambria Math"/>
                <a:ea typeface="+mn-lt"/>
                <a:cs typeface="+mn-lt"/>
              </a:rPr>
              <a:t>The average of the squared differences between actual and predicted values.</a:t>
            </a:r>
            <a:endParaRPr lang="en-US" dirty="0">
              <a:solidFill>
                <a:srgbClr val="0A4B9D"/>
              </a:solidFill>
              <a:latin typeface="Cambria Math"/>
              <a:ea typeface="Cambria Math"/>
              <a:cs typeface="Arial"/>
            </a:endParaRPr>
          </a:p>
        </p:txBody>
      </p:sp>
      <p:sp>
        <p:nvSpPr>
          <p:cNvPr id="16" name="Rectangle 15">
            <a:extLst>
              <a:ext uri="{FF2B5EF4-FFF2-40B4-BE49-F238E27FC236}">
                <a16:creationId xmlns:a16="http://schemas.microsoft.com/office/drawing/2014/main" id="{DBB1828C-A40A-9D34-FF79-641632ECDECF}"/>
              </a:ext>
            </a:extLst>
          </p:cNvPr>
          <p:cNvSpPr/>
          <p:nvPr/>
        </p:nvSpPr>
        <p:spPr>
          <a:xfrm>
            <a:off x="4114801" y="294217"/>
            <a:ext cx="1871555" cy="393579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TextBox 13">
            <a:extLst>
              <a:ext uri="{FF2B5EF4-FFF2-40B4-BE49-F238E27FC236}">
                <a16:creationId xmlns:a16="http://schemas.microsoft.com/office/drawing/2014/main" id="{1342623E-D62B-87BF-6E00-DE3D1FBEFBF4}"/>
              </a:ext>
            </a:extLst>
          </p:cNvPr>
          <p:cNvSpPr txBox="1"/>
          <p:nvPr/>
        </p:nvSpPr>
        <p:spPr>
          <a:xfrm>
            <a:off x="6399106" y="316943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5E42C545-6420-7884-60B5-4BB6B98D296F}"/>
              </a:ext>
            </a:extLst>
          </p:cNvPr>
          <p:cNvSpPr txBox="1"/>
          <p:nvPr/>
        </p:nvSpPr>
        <p:spPr>
          <a:xfrm>
            <a:off x="5967307" y="3451013"/>
            <a:ext cx="6210723"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solidFill>
                  <a:schemeClr val="accent6">
                    <a:lumMod val="49000"/>
                  </a:schemeClr>
                </a:solidFill>
                <a:latin typeface="Cambria Math"/>
                <a:ea typeface="+mn-lt"/>
                <a:cs typeface="+mn-lt"/>
              </a:rPr>
              <a:t>The scatter plot nature remains the same, this suggests that normalization only scales down the data and does not affect its nature.</a:t>
            </a:r>
            <a:endParaRPr lang="en-US">
              <a:solidFill>
                <a:schemeClr val="accent6">
                  <a:lumMod val="49000"/>
                </a:schemeClr>
              </a:solidFill>
            </a:endParaRPr>
          </a:p>
          <a:p>
            <a:pPr marL="285750" indent="-285750" algn="just">
              <a:buFont typeface="Arial"/>
              <a:buChar char="•"/>
            </a:pPr>
            <a:r>
              <a:rPr lang="en-US" dirty="0">
                <a:solidFill>
                  <a:schemeClr val="accent6">
                    <a:lumMod val="49000"/>
                  </a:schemeClr>
                </a:solidFill>
                <a:latin typeface="Cambria Math"/>
                <a:ea typeface="+mn-lt"/>
                <a:cs typeface="+mn-lt"/>
              </a:rPr>
              <a:t>The R² value remains the same (0.8747) for both the original and normalized datasets, indicating that the model explains approximately 87.5% of the variance in sales regardless of scaling. </a:t>
            </a:r>
          </a:p>
          <a:p>
            <a:pPr marL="285750" indent="-285750" algn="just">
              <a:buFont typeface="Arial"/>
              <a:buChar char="•"/>
            </a:pPr>
            <a:r>
              <a:rPr lang="en-US" dirty="0">
                <a:solidFill>
                  <a:schemeClr val="accent6">
                    <a:lumMod val="49000"/>
                  </a:schemeClr>
                </a:solidFill>
                <a:latin typeface="Cambria Math"/>
                <a:ea typeface="+mn-lt"/>
                <a:cs typeface="+mn-lt"/>
              </a:rPr>
              <a:t>However, the MSE drops significantly from 2.41 (original) to 0.0037 (normalized) because normalization rescales the output values. This doesn't mean improved performance — it just reflects the change in scale, not accuracy.</a:t>
            </a:r>
          </a:p>
          <a:p>
            <a:pPr algn="just"/>
            <a:endParaRPr lang="en-US" dirty="0">
              <a:solidFill>
                <a:schemeClr val="accent6">
                  <a:lumMod val="49000"/>
                </a:schemeClr>
              </a:solidFill>
              <a:latin typeface="Cambria Math"/>
              <a:ea typeface="+mn-lt"/>
              <a:cs typeface="+mn-lt"/>
            </a:endParaRPr>
          </a:p>
        </p:txBody>
      </p:sp>
      <p:pic>
        <p:nvPicPr>
          <p:cNvPr id="8" name="Picture Placeholder 7" descr="A graph with blue dots and red line&#10;&#10;AI-generated content may be incorrect.">
            <a:extLst>
              <a:ext uri="{FF2B5EF4-FFF2-40B4-BE49-F238E27FC236}">
                <a16:creationId xmlns:a16="http://schemas.microsoft.com/office/drawing/2014/main" id="{D3B665E8-AE06-713C-E1BA-AABEFBDD3018}"/>
              </a:ext>
            </a:extLst>
          </p:cNvPr>
          <p:cNvPicPr>
            <a:picLocks noGrp="1" noChangeAspect="1"/>
          </p:cNvPicPr>
          <p:nvPr>
            <p:ph type="pic" sz="quarter" idx="14"/>
          </p:nvPr>
        </p:nvPicPr>
        <p:blipFill>
          <a:blip r:embed="rId2"/>
          <a:srcRect t="2737" b="2737"/>
          <a:stretch>
            <a:fillRect/>
          </a:stretch>
        </p:blipFill>
        <p:spPr>
          <a:xfrm>
            <a:off x="0" y="579392"/>
            <a:ext cx="4918080" cy="2067671"/>
          </a:xfrm>
          <a:prstGeom prst="rect">
            <a:avLst/>
          </a:prstGeom>
          <a:ln>
            <a:noFill/>
          </a:ln>
          <a:effectLst>
            <a:outerShdw blurRad="292100" dist="139700" dir="2700000" algn="tl" rotWithShape="0">
              <a:srgbClr val="333333">
                <a:alpha val="0"/>
              </a:srgbClr>
            </a:outerShdw>
          </a:effectLst>
        </p:spPr>
      </p:pic>
      <p:pic>
        <p:nvPicPr>
          <p:cNvPr id="3" name="Picture 2">
            <a:extLst>
              <a:ext uri="{FF2B5EF4-FFF2-40B4-BE49-F238E27FC236}">
                <a16:creationId xmlns:a16="http://schemas.microsoft.com/office/drawing/2014/main" id="{8F142799-67EA-9DEC-BAF7-E7C46FF846C2}"/>
              </a:ext>
            </a:extLst>
          </p:cNvPr>
          <p:cNvPicPr>
            <a:picLocks noChangeAspect="1"/>
          </p:cNvPicPr>
          <p:nvPr/>
        </p:nvPicPr>
        <p:blipFill>
          <a:blip r:embed="rId3"/>
          <a:stretch>
            <a:fillRect/>
          </a:stretch>
        </p:blipFill>
        <p:spPr>
          <a:xfrm>
            <a:off x="8030210" y="855028"/>
            <a:ext cx="2004060" cy="616585"/>
          </a:xfrm>
          <a:prstGeom prst="rect">
            <a:avLst/>
          </a:prstGeom>
        </p:spPr>
      </p:pic>
      <p:sp>
        <p:nvSpPr>
          <p:cNvPr id="4" name="TextBox 3">
            <a:extLst>
              <a:ext uri="{FF2B5EF4-FFF2-40B4-BE49-F238E27FC236}">
                <a16:creationId xmlns:a16="http://schemas.microsoft.com/office/drawing/2014/main" id="{9EA098D3-D5F7-4736-9305-3623E2B3FABA}"/>
              </a:ext>
            </a:extLst>
          </p:cNvPr>
          <p:cNvSpPr txBox="1"/>
          <p:nvPr/>
        </p:nvSpPr>
        <p:spPr>
          <a:xfrm>
            <a:off x="5974080" y="1473200"/>
            <a:ext cx="61976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rgbClr val="0A4B9D"/>
                </a:solidFill>
                <a:latin typeface="Cambria Math"/>
                <a:ea typeface="Cambria Math"/>
              </a:rPr>
              <a:t>Creating variables x and y and training the linear regression model.</a:t>
            </a:r>
          </a:p>
          <a:p>
            <a:pPr marL="285750" indent="-285750">
              <a:buFont typeface="Arial"/>
              <a:buChar char="•"/>
            </a:pPr>
            <a:r>
              <a:rPr lang="en-US" dirty="0">
                <a:solidFill>
                  <a:srgbClr val="0A4B9D"/>
                </a:solidFill>
                <a:latin typeface="Cambria Math"/>
                <a:ea typeface="Cambria Math"/>
              </a:rPr>
              <a:t>Plotting scatter plot  and comparing it with the original data graph.</a:t>
            </a:r>
          </a:p>
          <a:p>
            <a:pPr marL="285750" indent="-285750">
              <a:buFont typeface="Arial"/>
              <a:buChar char="•"/>
            </a:pPr>
            <a:r>
              <a:rPr lang="en-US" dirty="0">
                <a:solidFill>
                  <a:srgbClr val="0A4B9D"/>
                </a:solidFill>
                <a:latin typeface="Cambria Math"/>
                <a:ea typeface="Cambria Math"/>
              </a:rPr>
              <a:t>Calculating r^</a:t>
            </a:r>
            <a:r>
              <a:rPr lang="en-US" sz="1600" dirty="0">
                <a:solidFill>
                  <a:srgbClr val="0A4B9D"/>
                </a:solidFill>
                <a:latin typeface="Cambria Math"/>
                <a:ea typeface="Cambria Math"/>
              </a:rPr>
              <a:t>2</a:t>
            </a:r>
            <a:r>
              <a:rPr lang="en-US" dirty="0">
                <a:solidFill>
                  <a:srgbClr val="0A4B9D"/>
                </a:solidFill>
                <a:latin typeface="Cambria Math"/>
                <a:ea typeface="Cambria Math"/>
              </a:rPr>
              <a:t> and MSE to further review the effect of normalization.</a:t>
            </a:r>
          </a:p>
        </p:txBody>
      </p:sp>
      <p:pic>
        <p:nvPicPr>
          <p:cNvPr id="6" name="Picture 5" descr="A screenshot of a computer&#10;&#10;AI-generated content may be incorrect.">
            <a:extLst>
              <a:ext uri="{FF2B5EF4-FFF2-40B4-BE49-F238E27FC236}">
                <a16:creationId xmlns:a16="http://schemas.microsoft.com/office/drawing/2014/main" id="{8C459DBA-1A45-E68C-18DE-68F5A266790A}"/>
              </a:ext>
            </a:extLst>
          </p:cNvPr>
          <p:cNvPicPr>
            <a:picLocks noChangeAspect="1"/>
          </p:cNvPicPr>
          <p:nvPr/>
        </p:nvPicPr>
        <p:blipFill>
          <a:blip r:embed="rId4"/>
          <a:stretch>
            <a:fillRect/>
          </a:stretch>
        </p:blipFill>
        <p:spPr>
          <a:xfrm>
            <a:off x="2044382" y="2790508"/>
            <a:ext cx="3571875" cy="1114425"/>
          </a:xfrm>
          <a:prstGeom prst="rect">
            <a:avLst/>
          </a:prstGeom>
        </p:spPr>
      </p:pic>
    </p:spTree>
    <p:extLst>
      <p:ext uri="{BB962C8B-B14F-4D97-AF65-F5344CB8AC3E}">
        <p14:creationId xmlns:p14="http://schemas.microsoft.com/office/powerpoint/2010/main" val="3764914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4D20A-16D4-27E8-317B-D25C39ED860D}"/>
            </a:ext>
          </a:extLst>
        </p:cNvPr>
        <p:cNvGrpSpPr/>
        <p:nvPr/>
      </p:nvGrpSpPr>
      <p:grpSpPr>
        <a:xfrm>
          <a:off x="0" y="0"/>
          <a:ext cx="0" cy="0"/>
          <a:chOff x="0" y="0"/>
          <a:chExt cx="0" cy="0"/>
        </a:xfrm>
      </p:grpSpPr>
      <p:pic>
        <p:nvPicPr>
          <p:cNvPr id="9" name="Picture Placeholder 8" descr="A screen shot of a computer program&#10;&#10;AI-generated content may be incorrect.">
            <a:extLst>
              <a:ext uri="{FF2B5EF4-FFF2-40B4-BE49-F238E27FC236}">
                <a16:creationId xmlns:a16="http://schemas.microsoft.com/office/drawing/2014/main" id="{02DAEAE5-F79D-6658-54C6-2CDCE3E17284}"/>
              </a:ext>
            </a:extLst>
          </p:cNvPr>
          <p:cNvPicPr>
            <a:picLocks noGrp="1" noChangeAspect="1"/>
          </p:cNvPicPr>
          <p:nvPr>
            <p:ph type="pic" sz="quarter" idx="11"/>
          </p:nvPr>
        </p:nvPicPr>
        <p:blipFill>
          <a:blip r:embed="rId2"/>
          <a:srcRect l="7964" r="7964"/>
          <a:stretch/>
        </p:blipFill>
        <p:spPr>
          <a:xfrm>
            <a:off x="502920" y="1600104"/>
            <a:ext cx="7706360" cy="4578288"/>
          </a:xfrm>
        </p:spPr>
      </p:pic>
      <p:sp>
        <p:nvSpPr>
          <p:cNvPr id="3" name="Title 2">
            <a:extLst>
              <a:ext uri="{FF2B5EF4-FFF2-40B4-BE49-F238E27FC236}">
                <a16:creationId xmlns:a16="http://schemas.microsoft.com/office/drawing/2014/main" id="{C8F1D101-9034-A5D4-B114-EAAC8D6BF813}"/>
              </a:ext>
            </a:extLst>
          </p:cNvPr>
          <p:cNvSpPr>
            <a:spLocks noGrp="1"/>
          </p:cNvSpPr>
          <p:nvPr>
            <p:ph type="title"/>
          </p:nvPr>
        </p:nvSpPr>
        <p:spPr>
          <a:xfrm>
            <a:off x="505968" y="831088"/>
            <a:ext cx="6931152" cy="557784"/>
          </a:xfrm>
        </p:spPr>
        <p:txBody>
          <a:bodyPr/>
          <a:lstStyle/>
          <a:p>
            <a:r>
              <a:rPr lang="en-US" sz="3200" dirty="0"/>
              <a:t>Question-7</a:t>
            </a:r>
            <a:endParaRPr lang="en-US" dirty="0"/>
          </a:p>
        </p:txBody>
      </p:sp>
      <p:sp>
        <p:nvSpPr>
          <p:cNvPr id="11" name="Rectangle 10">
            <a:extLst>
              <a:ext uri="{FF2B5EF4-FFF2-40B4-BE49-F238E27FC236}">
                <a16:creationId xmlns:a16="http://schemas.microsoft.com/office/drawing/2014/main" id="{28B096D8-7F7C-6ABE-EADF-FAED9E2CD78A}"/>
              </a:ext>
            </a:extLst>
          </p:cNvPr>
          <p:cNvSpPr/>
          <p:nvPr/>
        </p:nvSpPr>
        <p:spPr>
          <a:xfrm>
            <a:off x="3688715" y="2505075"/>
            <a:ext cx="8402320" cy="1849120"/>
          </a:xfrm>
          <a:prstGeom prst="rect">
            <a:avLst/>
          </a:prstGeom>
          <a:solidFill>
            <a:schemeClr val="accent6">
              <a:lumMod val="60000"/>
              <a:lumOff val="40000"/>
            </a:schemeClr>
          </a:solidFill>
          <a:ln>
            <a:solidFill>
              <a:schemeClr val="accent6">
                <a:lumMod val="60000"/>
                <a:lumOff val="4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 name="Text Placeholder 3">
            <a:extLst>
              <a:ext uri="{FF2B5EF4-FFF2-40B4-BE49-F238E27FC236}">
                <a16:creationId xmlns:a16="http://schemas.microsoft.com/office/drawing/2014/main" id="{FC366111-7D21-3C25-56C8-7212897B0335}"/>
              </a:ext>
            </a:extLst>
          </p:cNvPr>
          <p:cNvSpPr>
            <a:spLocks noGrp="1"/>
          </p:cNvSpPr>
          <p:nvPr>
            <p:ph type="body" sz="quarter" idx="10"/>
          </p:nvPr>
        </p:nvSpPr>
        <p:spPr>
          <a:xfrm>
            <a:off x="3543807" y="2613152"/>
            <a:ext cx="8394192" cy="4480560"/>
          </a:xfrm>
        </p:spPr>
        <p:txBody>
          <a:bodyPr vert="horz" lIns="0" tIns="0" rIns="0" bIns="0" rtlCol="0" anchor="t">
            <a:noAutofit/>
          </a:bodyPr>
          <a:lstStyle/>
          <a:p>
            <a:pPr algn="r">
              <a:lnSpc>
                <a:spcPct val="100000"/>
              </a:lnSpc>
            </a:pPr>
            <a:r>
              <a:rPr lang="en-US" sz="3400" dirty="0">
                <a:solidFill>
                  <a:schemeClr val="accent6">
                    <a:lumMod val="49000"/>
                  </a:schemeClr>
                </a:solidFill>
                <a:latin typeface="Californian FB"/>
                <a:ea typeface="+mn-lt"/>
                <a:cs typeface="+mn-lt"/>
              </a:rPr>
              <a:t>What is the impact on the sales prediction when only radio and newspaper advertising expenditures are used as predictors?</a:t>
            </a:r>
            <a:endParaRPr lang="en-US"/>
          </a:p>
          <a:p>
            <a:pPr algn="r"/>
            <a:endParaRPr lang="en-US" sz="3700" dirty="0">
              <a:solidFill>
                <a:schemeClr val="accent6">
                  <a:lumMod val="49000"/>
                </a:schemeClr>
              </a:solidFill>
              <a:latin typeface="Californian FB"/>
              <a:ea typeface="+mn-lt"/>
              <a:cs typeface="+mn-lt"/>
            </a:endParaRPr>
          </a:p>
          <a:p>
            <a:pPr algn="r">
              <a:lnSpc>
                <a:spcPct val="100000"/>
              </a:lnSpc>
            </a:pPr>
            <a:endParaRPr lang="en-US" sz="3700" dirty="0">
              <a:solidFill>
                <a:schemeClr val="accent6">
                  <a:lumMod val="49000"/>
                </a:schemeClr>
              </a:solidFill>
              <a:latin typeface="Californian FB"/>
              <a:ea typeface="+mn-lt"/>
              <a:cs typeface="+mn-lt"/>
            </a:endParaRPr>
          </a:p>
          <a:p>
            <a:pPr algn="r">
              <a:lnSpc>
                <a:spcPct val="100000"/>
              </a:lnSpc>
            </a:pPr>
            <a:endParaRPr lang="en-US" sz="3700" dirty="0">
              <a:solidFill>
                <a:schemeClr val="accent6">
                  <a:lumMod val="49000"/>
                </a:schemeClr>
              </a:solidFill>
              <a:latin typeface="Californian FB"/>
            </a:endParaRPr>
          </a:p>
          <a:p>
            <a:pPr algn="r">
              <a:lnSpc>
                <a:spcPct val="100000"/>
              </a:lnSpc>
            </a:pPr>
            <a:endParaRPr lang="en-US" sz="3700" dirty="0">
              <a:solidFill>
                <a:schemeClr val="accent6">
                  <a:lumMod val="49000"/>
                </a:schemeClr>
              </a:solidFill>
              <a:latin typeface="Californian FB"/>
            </a:endParaRPr>
          </a:p>
          <a:p>
            <a:endParaRPr lang="en-US" sz="3700" dirty="0">
              <a:solidFill>
                <a:schemeClr val="accent6">
                  <a:lumMod val="49000"/>
                </a:schemeClr>
              </a:solidFill>
            </a:endParaRPr>
          </a:p>
        </p:txBody>
      </p:sp>
    </p:spTree>
    <p:extLst>
      <p:ext uri="{BB962C8B-B14F-4D97-AF65-F5344CB8AC3E}">
        <p14:creationId xmlns:p14="http://schemas.microsoft.com/office/powerpoint/2010/main" val="2882561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CA087-380A-7D31-DD79-D0031663E2C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17E6043-63B3-0E7E-48D3-9CA62C9965C2}"/>
              </a:ext>
            </a:extLst>
          </p:cNvPr>
          <p:cNvSpPr/>
          <p:nvPr/>
        </p:nvSpPr>
        <p:spPr>
          <a:xfrm>
            <a:off x="0" y="298753"/>
            <a:ext cx="6097485" cy="6561216"/>
          </a:xfrm>
          <a:prstGeom prst="rect">
            <a:avLst/>
          </a:prstGeom>
          <a:solidFill>
            <a:schemeClr val="accent6">
              <a:lumMod val="60000"/>
              <a:lumOff val="40000"/>
            </a:schemeClr>
          </a:solidFill>
          <a:ln>
            <a:noFill/>
          </a:ln>
          <a:effectLst>
            <a:outerShdw blurRad="482600" dist="101600" dir="21540000" algn="t" rotWithShape="0">
              <a:srgbClr val="000000">
                <a:alpha val="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 name="Title 1">
            <a:extLst>
              <a:ext uri="{FF2B5EF4-FFF2-40B4-BE49-F238E27FC236}">
                <a16:creationId xmlns:a16="http://schemas.microsoft.com/office/drawing/2014/main" id="{C9235A88-C19E-40E5-FAAB-2F1FCC0094A0}"/>
              </a:ext>
            </a:extLst>
          </p:cNvPr>
          <p:cNvSpPr>
            <a:spLocks noGrp="1"/>
          </p:cNvSpPr>
          <p:nvPr>
            <p:ph type="title"/>
          </p:nvPr>
        </p:nvSpPr>
        <p:spPr>
          <a:xfrm>
            <a:off x="6454939" y="297688"/>
            <a:ext cx="5255768" cy="557784"/>
          </a:xfrm>
        </p:spPr>
        <p:txBody>
          <a:bodyPr/>
          <a:lstStyle/>
          <a:p>
            <a:pPr>
              <a:lnSpc>
                <a:spcPct val="100000"/>
              </a:lnSpc>
            </a:pPr>
            <a:r>
              <a:rPr lang="en-US" sz="1800" dirty="0">
                <a:latin typeface="Century"/>
              </a:rPr>
              <a:t>APPROACH:</a:t>
            </a:r>
            <a:endParaRPr lang="en-US" sz="1800"/>
          </a:p>
        </p:txBody>
      </p:sp>
      <p:sp>
        <p:nvSpPr>
          <p:cNvPr id="5" name="Slide Number Placeholder 4">
            <a:extLst>
              <a:ext uri="{FF2B5EF4-FFF2-40B4-BE49-F238E27FC236}">
                <a16:creationId xmlns:a16="http://schemas.microsoft.com/office/drawing/2014/main" id="{4434AD58-5393-9C5F-FE6E-1B824161D139}"/>
              </a:ext>
            </a:extLst>
          </p:cNvPr>
          <p:cNvSpPr>
            <a:spLocks noGrp="1"/>
          </p:cNvSpPr>
          <p:nvPr>
            <p:ph type="sldNum" sz="quarter" idx="11"/>
          </p:nvPr>
        </p:nvSpPr>
        <p:spPr/>
        <p:txBody>
          <a:bodyPr/>
          <a:lstStyle/>
          <a:p>
            <a:fld id="{B67B645E-C5E5-4727-B977-D372A0AA71D9}" type="slidenum">
              <a:rPr lang="en-US" smtClean="0"/>
              <a:pPr/>
              <a:t>16</a:t>
            </a:fld>
            <a:endParaRPr lang="en-US" dirty="0"/>
          </a:p>
        </p:txBody>
      </p:sp>
      <p:sp>
        <p:nvSpPr>
          <p:cNvPr id="10" name="Content Placeholder 9">
            <a:extLst>
              <a:ext uri="{FF2B5EF4-FFF2-40B4-BE49-F238E27FC236}">
                <a16:creationId xmlns:a16="http://schemas.microsoft.com/office/drawing/2014/main" id="{D118AF34-CE7D-82E4-FC98-DBC6902EC519}"/>
              </a:ext>
            </a:extLst>
          </p:cNvPr>
          <p:cNvSpPr>
            <a:spLocks noGrp="1"/>
          </p:cNvSpPr>
          <p:nvPr>
            <p:ph sz="quarter" idx="13"/>
          </p:nvPr>
        </p:nvSpPr>
        <p:spPr>
          <a:xfrm>
            <a:off x="6450582" y="678065"/>
            <a:ext cx="5305843" cy="2523461"/>
          </a:xfrm>
        </p:spPr>
        <p:txBody>
          <a:bodyPr vert="horz" lIns="0" tIns="0" rIns="0" bIns="0" rtlCol="0" anchor="t">
            <a:noAutofit/>
          </a:bodyPr>
          <a:lstStyle/>
          <a:p>
            <a:pPr marL="347345" indent="-347345" algn="just"/>
            <a:r>
              <a:rPr lang="en-US" sz="1800" dirty="0">
                <a:solidFill>
                  <a:schemeClr val="accent6">
                    <a:lumMod val="49000"/>
                  </a:schemeClr>
                </a:solidFill>
                <a:latin typeface="Cambria Math"/>
                <a:ea typeface="Cambria Math"/>
              </a:rPr>
              <a:t>Define variables x and y for the linear regression model.</a:t>
            </a:r>
          </a:p>
          <a:p>
            <a:pPr marL="347345" indent="-347345" algn="just"/>
            <a:r>
              <a:rPr lang="en-US" sz="1800" dirty="0">
                <a:solidFill>
                  <a:schemeClr val="accent6">
                    <a:lumMod val="49000"/>
                  </a:schemeClr>
                </a:solidFill>
                <a:latin typeface="Cambria Math"/>
                <a:ea typeface="Cambria Math"/>
              </a:rPr>
              <a:t>Splitting the data into training set and testing set.</a:t>
            </a:r>
          </a:p>
          <a:p>
            <a:pPr marL="347345" indent="-347345" algn="just"/>
            <a:r>
              <a:rPr lang="en-US" sz="1800" dirty="0">
                <a:solidFill>
                  <a:schemeClr val="accent6">
                    <a:lumMod val="49000"/>
                  </a:schemeClr>
                </a:solidFill>
                <a:latin typeface="Cambria Math"/>
                <a:ea typeface="Cambria Math"/>
              </a:rPr>
              <a:t>Training the dataset using linear regression model and finding the predicted y variable.</a:t>
            </a:r>
          </a:p>
          <a:p>
            <a:pPr marL="347345" indent="-347345" algn="just"/>
            <a:r>
              <a:rPr lang="en-US" sz="1800" dirty="0">
                <a:solidFill>
                  <a:schemeClr val="accent6">
                    <a:lumMod val="49000"/>
                  </a:schemeClr>
                </a:solidFill>
                <a:latin typeface="Cambria Math"/>
                <a:ea typeface="Cambria Math"/>
              </a:rPr>
              <a:t>Plotting the predicted values against the actual values according to dataset.</a:t>
            </a:r>
          </a:p>
        </p:txBody>
      </p:sp>
      <p:sp>
        <p:nvSpPr>
          <p:cNvPr id="12" name="TextBox 11">
            <a:extLst>
              <a:ext uri="{FF2B5EF4-FFF2-40B4-BE49-F238E27FC236}">
                <a16:creationId xmlns:a16="http://schemas.microsoft.com/office/drawing/2014/main" id="{2603204C-EA7D-89FB-9F37-1BE0C18A032B}"/>
              </a:ext>
            </a:extLst>
          </p:cNvPr>
          <p:cNvSpPr txBox="1"/>
          <p:nvPr/>
        </p:nvSpPr>
        <p:spPr>
          <a:xfrm>
            <a:off x="4233" y="403182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cap="all" dirty="0">
                <a:solidFill>
                  <a:srgbClr val="262626"/>
                </a:solidFill>
                <a:latin typeface="Century"/>
              </a:rPr>
              <a:t>INTERPRETATION:</a:t>
            </a:r>
            <a:endParaRPr lang="en-US" dirty="0"/>
          </a:p>
        </p:txBody>
      </p:sp>
      <p:sp>
        <p:nvSpPr>
          <p:cNvPr id="13" name="TextBox 12">
            <a:extLst>
              <a:ext uri="{FF2B5EF4-FFF2-40B4-BE49-F238E27FC236}">
                <a16:creationId xmlns:a16="http://schemas.microsoft.com/office/drawing/2014/main" id="{C47ED2EC-14B0-2847-5E61-7A01F7A6128A}"/>
              </a:ext>
            </a:extLst>
          </p:cNvPr>
          <p:cNvSpPr txBox="1"/>
          <p:nvPr/>
        </p:nvSpPr>
        <p:spPr>
          <a:xfrm>
            <a:off x="3212" y="4638801"/>
            <a:ext cx="587586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solidFill>
                  <a:srgbClr val="0A4B9D"/>
                </a:solidFill>
                <a:latin typeface="Cambria Math"/>
                <a:ea typeface="Cambria Math"/>
                <a:cs typeface="Arial"/>
              </a:rPr>
              <a:t>The red dashed line represents y=x i.e., when the model is 100% accurate-all the predicted values match the sales dataset. </a:t>
            </a:r>
          </a:p>
          <a:p>
            <a:pPr marL="285750" indent="-285750" algn="just">
              <a:buFont typeface="Arial"/>
              <a:buChar char="•"/>
            </a:pPr>
            <a:r>
              <a:rPr lang="en-US" dirty="0">
                <a:solidFill>
                  <a:srgbClr val="0A4B9D"/>
                </a:solidFill>
                <a:latin typeface="Cambria Math"/>
                <a:ea typeface="Cambria Math"/>
                <a:cs typeface="Arial"/>
              </a:rPr>
              <a:t>The blue dots are the predicted sales value by the linear regression model.</a:t>
            </a:r>
          </a:p>
          <a:p>
            <a:pPr marL="285750" indent="-285750" algn="just">
              <a:buFont typeface="Arial"/>
              <a:buChar char="•"/>
            </a:pPr>
            <a:r>
              <a:rPr lang="en-US" dirty="0">
                <a:solidFill>
                  <a:srgbClr val="0A4B9D"/>
                </a:solidFill>
                <a:latin typeface="Cambria Math"/>
                <a:ea typeface="Cambria Math"/>
                <a:cs typeface="Arial"/>
              </a:rPr>
              <a:t>The closeness to the red line indicates the accuracy of the model.</a:t>
            </a:r>
          </a:p>
        </p:txBody>
      </p:sp>
      <p:sp>
        <p:nvSpPr>
          <p:cNvPr id="16" name="Rectangle 15">
            <a:extLst>
              <a:ext uri="{FF2B5EF4-FFF2-40B4-BE49-F238E27FC236}">
                <a16:creationId xmlns:a16="http://schemas.microsoft.com/office/drawing/2014/main" id="{62C8B3BA-3889-8721-1145-3505CDCBDA50}"/>
              </a:ext>
            </a:extLst>
          </p:cNvPr>
          <p:cNvSpPr/>
          <p:nvPr/>
        </p:nvSpPr>
        <p:spPr>
          <a:xfrm>
            <a:off x="4114801" y="294217"/>
            <a:ext cx="1983315" cy="3945950"/>
          </a:xfrm>
          <a:prstGeom prst="rect">
            <a:avLst/>
          </a:prstGeom>
          <a:solidFill>
            <a:schemeClr val="accent6">
              <a:lumMod val="50000"/>
            </a:schemeClr>
          </a:solidFill>
          <a:ln>
            <a:noFill/>
          </a:ln>
          <a:effectLst>
            <a:outerShdw blurRad="330200" dist="304800" dir="5400000" algn="t" rotWithShape="0">
              <a:srgbClr val="000000">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TextBox 13">
            <a:extLst>
              <a:ext uri="{FF2B5EF4-FFF2-40B4-BE49-F238E27FC236}">
                <a16:creationId xmlns:a16="http://schemas.microsoft.com/office/drawing/2014/main" id="{462B87D6-216B-9E17-009A-E32334A55C1F}"/>
              </a:ext>
            </a:extLst>
          </p:cNvPr>
          <p:cNvSpPr txBox="1"/>
          <p:nvPr/>
        </p:nvSpPr>
        <p:spPr>
          <a:xfrm>
            <a:off x="6399106" y="331167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cap="all" dirty="0">
                <a:solidFill>
                  <a:srgbClr val="262626"/>
                </a:solidFill>
                <a:latin typeface="Century"/>
              </a:rPr>
              <a:t>CONCLUSION:</a:t>
            </a:r>
            <a:endParaRPr lang="en-US"/>
          </a:p>
        </p:txBody>
      </p:sp>
      <p:sp>
        <p:nvSpPr>
          <p:cNvPr id="15" name="TextBox 14">
            <a:extLst>
              <a:ext uri="{FF2B5EF4-FFF2-40B4-BE49-F238E27FC236}">
                <a16:creationId xmlns:a16="http://schemas.microsoft.com/office/drawing/2014/main" id="{385B783B-F725-F1B4-24F1-020FA7731F79}"/>
              </a:ext>
            </a:extLst>
          </p:cNvPr>
          <p:cNvSpPr txBox="1"/>
          <p:nvPr/>
        </p:nvSpPr>
        <p:spPr>
          <a:xfrm>
            <a:off x="6373707" y="3826933"/>
            <a:ext cx="544872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chemeClr val="accent6">
                    <a:lumMod val="49000"/>
                  </a:schemeClr>
                </a:solidFill>
                <a:latin typeface="Cambria Math"/>
                <a:ea typeface="+mn-lt"/>
                <a:cs typeface="+mn-lt"/>
              </a:rPr>
              <a:t>The predicted values are more horizontally clustered, indicating the model outputs are compressed within a smaller range. The model seems to underestimate high sales and overestimate low sales. This highlights the significant role of TV advertising in predicting sales. Without TV data, the model cannot capture the true variation in sales, leading to underfitting. Given that TV had the highest correlation (0.90) with sales in the earlier correlation matrix, excluding it causes a clear drop in prediction accuracy.</a:t>
            </a:r>
          </a:p>
        </p:txBody>
      </p:sp>
      <p:pic>
        <p:nvPicPr>
          <p:cNvPr id="8" name="Picture Placeholder 7" descr="A graph with blue dots and red line&#10;&#10;AI-generated content may be incorrect.">
            <a:extLst>
              <a:ext uri="{FF2B5EF4-FFF2-40B4-BE49-F238E27FC236}">
                <a16:creationId xmlns:a16="http://schemas.microsoft.com/office/drawing/2014/main" id="{35839E8A-0D5F-4328-1EE4-29475D014FFE}"/>
              </a:ext>
            </a:extLst>
          </p:cNvPr>
          <p:cNvPicPr>
            <a:picLocks noGrp="1" noChangeAspect="1"/>
          </p:cNvPicPr>
          <p:nvPr>
            <p:ph type="pic" sz="quarter" idx="14"/>
          </p:nvPr>
        </p:nvPicPr>
        <p:blipFill>
          <a:blip r:embed="rId2"/>
          <a:srcRect l="8554" r="8554"/>
          <a:stretch>
            <a:fillRect/>
          </a:stretch>
        </p:blipFill>
        <p:spPr>
          <a:xfrm>
            <a:off x="0" y="680992"/>
            <a:ext cx="5111120" cy="3093831"/>
          </a:xfrm>
          <a:prstGeom prst="rect">
            <a:avLst/>
          </a:prstGeom>
          <a:ln>
            <a:noFill/>
          </a:ln>
          <a:effectLst>
            <a:outerShdw blurRad="292100" dist="139700" dir="2700000" algn="tl" rotWithShape="0">
              <a:srgbClr val="333333">
                <a:alpha val="0"/>
              </a:srgbClr>
            </a:outerShdw>
          </a:effectLst>
        </p:spPr>
      </p:pic>
    </p:spTree>
    <p:extLst>
      <p:ext uri="{BB962C8B-B14F-4D97-AF65-F5344CB8AC3E}">
        <p14:creationId xmlns:p14="http://schemas.microsoft.com/office/powerpoint/2010/main" val="1494249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A2941-3964-171E-E0E4-19D57941686E}"/>
              </a:ext>
            </a:extLst>
          </p:cNvPr>
          <p:cNvSpPr>
            <a:spLocks noGrp="1"/>
          </p:cNvSpPr>
          <p:nvPr>
            <p:ph type="title"/>
          </p:nvPr>
        </p:nvSpPr>
        <p:spPr>
          <a:xfrm>
            <a:off x="1115563" y="2975864"/>
            <a:ext cx="10479088" cy="2587625"/>
          </a:xfrm>
        </p:spPr>
        <p:txBody>
          <a:bodyPr/>
          <a:lstStyle/>
          <a:p>
            <a:r>
              <a:rPr lang="en-US" dirty="0">
                <a:latin typeface="Aptos Serif"/>
                <a:cs typeface="Aptos Serif"/>
              </a:rPr>
              <a:t>Thankyou!</a:t>
            </a:r>
          </a:p>
        </p:txBody>
      </p:sp>
      <p:sp>
        <p:nvSpPr>
          <p:cNvPr id="5" name="L-Shape 4">
            <a:extLst>
              <a:ext uri="{FF2B5EF4-FFF2-40B4-BE49-F238E27FC236}">
                <a16:creationId xmlns:a16="http://schemas.microsoft.com/office/drawing/2014/main" id="{023A709A-D63B-0E49-6C90-7A60FACA13E5}"/>
              </a:ext>
            </a:extLst>
          </p:cNvPr>
          <p:cNvSpPr/>
          <p:nvPr/>
        </p:nvSpPr>
        <p:spPr>
          <a:xfrm rot="5400000" flipH="1">
            <a:off x="5461000" y="-670560"/>
            <a:ext cx="233680" cy="9418320"/>
          </a:xfrm>
          <a:prstGeom prst="corner">
            <a:avLst/>
          </a:prstGeom>
          <a:solidFill>
            <a:schemeClr val="accent6">
              <a:lumMod val="60000"/>
              <a:lumOff val="40000"/>
            </a:schemeClr>
          </a:solidFill>
          <a:ln>
            <a:solidFill>
              <a:schemeClr val="accent6">
                <a:lumMod val="50000"/>
              </a:schemeClr>
            </a:solidFill>
          </a:ln>
          <a:effectLst>
            <a:outerShdw blurRad="330200" dist="304800" dir="5400000" algn="t" rotWithShape="0">
              <a:prstClr val="black">
                <a:alpha val="3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 name="TextBox 2">
            <a:extLst>
              <a:ext uri="{FF2B5EF4-FFF2-40B4-BE49-F238E27FC236}">
                <a16:creationId xmlns:a16="http://schemas.microsoft.com/office/drawing/2014/main" id="{8E5429C7-C9E1-9958-3627-981FF5C85781}"/>
              </a:ext>
            </a:extLst>
          </p:cNvPr>
          <p:cNvSpPr txBox="1"/>
          <p:nvPr/>
        </p:nvSpPr>
        <p:spPr>
          <a:xfrm>
            <a:off x="864511" y="4274982"/>
            <a:ext cx="954207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mn-lt"/>
                <a:cs typeface="+mn-lt"/>
                <a:hlinkClick r:id="rId2">
                  <a:extLst>
                    <a:ext uri="{A12FA001-AC4F-418D-AE19-62706E023703}">
                      <ahyp:hlinkClr xmlns:ahyp="http://schemas.microsoft.com/office/drawing/2018/hyperlinkcolor" val="tx"/>
                    </a:ext>
                  </a:extLst>
                </a:hlinkClick>
              </a:rPr>
              <a:t>Google colab link-https://colab.research.google.com/drive/1Vk9o9fbJUWgep5noEM_o7P4sVbUt0-S8?usp=sharing</a:t>
            </a:r>
          </a:p>
          <a:p>
            <a:endParaRPr lang="en-US" dirty="0"/>
          </a:p>
        </p:txBody>
      </p:sp>
    </p:spTree>
    <p:extLst>
      <p:ext uri="{BB962C8B-B14F-4D97-AF65-F5344CB8AC3E}">
        <p14:creationId xmlns:p14="http://schemas.microsoft.com/office/powerpoint/2010/main" val="1384780122"/>
      </p:ext>
    </p:extLst>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Custom 32">
      <a:majorFont>
        <a:latin typeface="Aptos"/>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18000">
              <a:schemeClr val="accent1">
                <a:lumMod val="5000"/>
                <a:lumOff val="95000"/>
              </a:schemeClr>
            </a:gs>
            <a:gs pos="100000">
              <a:schemeClr val="accent3">
                <a:alpha val="71000"/>
              </a:schemeClr>
            </a:gs>
          </a:gsLst>
          <a:path path="circle">
            <a:fillToRect l="100000" b="100000"/>
          </a:path>
          <a:tileRect t="-100000" r="-100000"/>
        </a:gradFill>
        <a:ln>
          <a:noFill/>
        </a:ln>
        <a:effectLst>
          <a:outerShdw blurRad="330200" dist="304800" dir="5400000" algn="t" rotWithShape="0">
            <a:prstClr val="black">
              <a:alpha val="39000"/>
            </a:prstClr>
          </a:outerShdw>
        </a:effectLst>
      </a:spPr>
      <a:bodyPr rtlCol="0" anchor="ctr"/>
      <a:lstStyle>
        <a:defPPr algn="ctr">
          <a:defRPr>
            <a:solidFill>
              <a:schemeClr val="lt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66835393_win32_SD_v3" id="{4170EB69-3ACE-4C18-BE4C-C6CBD8BF8A79}" vid="{8A480AB3-AE5D-4813-AA67-ADACC5EA6C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E72E99-0076-433E-AD3A-575A11FAB73D}">
  <ds:schemaRefs>
    <ds:schemaRef ds:uri="http://schemas.microsoft.com/sharepoint/v3/contenttype/forms"/>
  </ds:schemaRefs>
</ds:datastoreItem>
</file>

<file path=customXml/itemProps2.xml><?xml version="1.0" encoding="utf-8"?>
<ds:datastoreItem xmlns:ds="http://schemas.openxmlformats.org/officeDocument/2006/customXml" ds:itemID="{7B247F30-5811-40C0-99EC-CF53200590BE}">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146EB691-4DD5-4558-B7D1-3EA8CC81E2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417</Words>
  <Application>Microsoft Office PowerPoint</Application>
  <PresentationFormat>Widescreen</PresentationFormat>
  <Paragraphs>108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Custom</vt:lpstr>
      <vt:lpstr>case project-2 </vt:lpstr>
      <vt:lpstr>Dataset analysis: </vt:lpstr>
      <vt:lpstr>Question-1</vt:lpstr>
      <vt:lpstr>APPROACH:</vt:lpstr>
      <vt:lpstr>Question-2</vt:lpstr>
      <vt:lpstr>APPROACH:</vt:lpstr>
      <vt:lpstr>Question-3</vt:lpstr>
      <vt:lpstr>APPROACH:</vt:lpstr>
      <vt:lpstr>Question-4</vt:lpstr>
      <vt:lpstr>APPROACH:</vt:lpstr>
      <vt:lpstr>Question-5</vt:lpstr>
      <vt:lpstr>APPROACH:</vt:lpstr>
      <vt:lpstr>Question-6</vt:lpstr>
      <vt:lpstr>APPROACH:</vt:lpstr>
      <vt:lpstr>Question-7</vt:lpstr>
      <vt:lpstr>APPROACH:</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1720</cp:revision>
  <dcterms:created xsi:type="dcterms:W3CDTF">2025-06-19T17:09:34Z</dcterms:created>
  <dcterms:modified xsi:type="dcterms:W3CDTF">2025-06-22T14:54:42Z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